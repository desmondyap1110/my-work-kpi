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2" r:id="rId4"/>
  </p:sldMasterIdLst>
  <p:notesMasterIdLst>
    <p:notesMasterId r:id="rId62"/>
  </p:notesMasterIdLst>
  <p:handoutMasterIdLst>
    <p:handoutMasterId r:id="rId63"/>
  </p:handoutMasterIdLst>
  <p:sldIdLst>
    <p:sldId id="340" r:id="rId5"/>
    <p:sldId id="316" r:id="rId6"/>
    <p:sldId id="410" r:id="rId7"/>
    <p:sldId id="262" r:id="rId8"/>
    <p:sldId id="365" r:id="rId9"/>
    <p:sldId id="347" r:id="rId10"/>
    <p:sldId id="370" r:id="rId11"/>
    <p:sldId id="325" r:id="rId12"/>
    <p:sldId id="405" r:id="rId13"/>
    <p:sldId id="356" r:id="rId14"/>
    <p:sldId id="411" r:id="rId15"/>
    <p:sldId id="357" r:id="rId16"/>
    <p:sldId id="406" r:id="rId17"/>
    <p:sldId id="360" r:id="rId18"/>
    <p:sldId id="276" r:id="rId19"/>
    <p:sldId id="318" r:id="rId20"/>
    <p:sldId id="278" r:id="rId21"/>
    <p:sldId id="320" r:id="rId22"/>
    <p:sldId id="355" r:id="rId23"/>
    <p:sldId id="280" r:id="rId24"/>
    <p:sldId id="400" r:id="rId25"/>
    <p:sldId id="409" r:id="rId26"/>
    <p:sldId id="377" r:id="rId27"/>
    <p:sldId id="408" r:id="rId28"/>
    <p:sldId id="329" r:id="rId29"/>
    <p:sldId id="404" r:id="rId30"/>
    <p:sldId id="333" r:id="rId31"/>
    <p:sldId id="341" r:id="rId32"/>
    <p:sldId id="322" r:id="rId33"/>
    <p:sldId id="332" r:id="rId34"/>
    <p:sldId id="361" r:id="rId35"/>
    <p:sldId id="362" r:id="rId36"/>
    <p:sldId id="281" r:id="rId37"/>
    <p:sldId id="323" r:id="rId38"/>
    <p:sldId id="345" r:id="rId39"/>
    <p:sldId id="376" r:id="rId40"/>
    <p:sldId id="282" r:id="rId41"/>
    <p:sldId id="324" r:id="rId42"/>
    <p:sldId id="326" r:id="rId43"/>
    <p:sldId id="335" r:id="rId44"/>
    <p:sldId id="402" r:id="rId45"/>
    <p:sldId id="363" r:id="rId46"/>
    <p:sldId id="331" r:id="rId47"/>
    <p:sldId id="369" r:id="rId48"/>
    <p:sldId id="330" r:id="rId49"/>
    <p:sldId id="351" r:id="rId50"/>
    <p:sldId id="375" r:id="rId51"/>
    <p:sldId id="337" r:id="rId52"/>
    <p:sldId id="403" r:id="rId53"/>
    <p:sldId id="358" r:id="rId54"/>
    <p:sldId id="407" r:id="rId55"/>
    <p:sldId id="338" r:id="rId56"/>
    <p:sldId id="339" r:id="rId57"/>
    <p:sldId id="372" r:id="rId58"/>
    <p:sldId id="373" r:id="rId59"/>
    <p:sldId id="374" r:id="rId60"/>
    <p:sldId id="309" r:id="rId61"/>
  </p:sldIdLst>
  <p:sldSz cx="12192000" cy="6858000"/>
  <p:notesSz cx="6858000" cy="99472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0B0B"/>
    <a:srgbClr val="071BF5"/>
    <a:srgbClr val="003399"/>
    <a:srgbClr val="0033CC"/>
    <a:srgbClr val="EFF3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8F8121-B065-464C-9439-46221D5975D4}" v="30" dt="2021-08-30T08:54:06.420"/>
    <p1510:client id="{0C31816F-42B7-41C7-86C9-6A8296A4B77B}" v="135" dt="2021-09-02T04:05:01.295"/>
    <p1510:client id="{1156711A-FF84-450B-AF20-EDA024B3979F}" v="158" dt="2022-02-08T04:08:59.009"/>
    <p1510:client id="{139F0A3F-6ADC-4505-B3A5-67B73105D895}" v="165" dt="2021-09-02T02:39:59.126"/>
    <p1510:client id="{1A710557-C810-4CF7-AB64-3109A5014596}" v="2" dt="2022-02-08T03:15:48.996"/>
    <p1510:client id="{2C4AB5B3-4DE8-4895-8533-C62971C608C7}" v="187" dt="2022-02-08T08:20:07.268"/>
    <p1510:client id="{3566CEC9-311B-4EBD-8E94-FFF8A654E9A4}" v="2017" dt="2021-09-01T08:09:23.383"/>
    <p1510:client id="{5C7ED59D-24D0-467F-A09B-F080E4030A9B}" v="317" dt="2022-02-04T03:59:23.804"/>
    <p1510:client id="{7B75DFA8-493B-48FF-A242-9049A0CAE436}" v="983" dt="2021-09-03T06:05:59.088"/>
    <p1510:client id="{915F2C8C-A74B-4325-B912-CAE36FC58A55}" v="39" dt="2021-09-01T10:43:47.827"/>
    <p1510:client id="{93E539C8-1BCC-447A-A50A-AB65D13C1318}" v="2" dt="2021-09-03T10:30:08.416"/>
    <p1510:client id="{A0A53570-76C9-4CFA-BC00-7AF173F2CDE0}" v="41" dt="2021-09-01T10:27:24.755"/>
    <p1510:client id="{EC6A9EE1-A65B-4F64-88D0-BA7DDF6B4E14}" v="5" dt="2022-02-09T02:10:08.768"/>
  </p1510:revLst>
</p1510:revInfo>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84"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handoutMaster" Target="handoutMasters/handoutMaster1.xml"/><Relationship Id="rId68"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 AZLIANOR BINTI ABDUL AZIZ" userId="S::azlianor@utem.edu.my::b18355ed-4b5d-49da-912a-3de3c8c12e86" providerId="AD" clId="Web-{1156711A-FF84-450B-AF20-EDA024B3979F}"/>
    <pc:docChg chg="modSld">
      <pc:chgData name="TS. AZLIANOR BINTI ABDUL AZIZ" userId="S::azlianor@utem.edu.my::b18355ed-4b5d-49da-912a-3de3c8c12e86" providerId="AD" clId="Web-{1156711A-FF84-450B-AF20-EDA024B3979F}" dt="2022-02-08T04:08:55.634" v="171" actId="20577"/>
      <pc:docMkLst>
        <pc:docMk/>
      </pc:docMkLst>
      <pc:sldChg chg="modSp">
        <pc:chgData name="TS. AZLIANOR BINTI ABDUL AZIZ" userId="S::azlianor@utem.edu.my::b18355ed-4b5d-49da-912a-3de3c8c12e86" providerId="AD" clId="Web-{1156711A-FF84-450B-AF20-EDA024B3979F}" dt="2022-02-08T04:02:17.484" v="114" actId="20577"/>
        <pc:sldMkLst>
          <pc:docMk/>
          <pc:sldMk cId="0" sldId="276"/>
        </pc:sldMkLst>
        <pc:graphicFrameChg chg="modGraphic">
          <ac:chgData name="TS. AZLIANOR BINTI ABDUL AZIZ" userId="S::azlianor@utem.edu.my::b18355ed-4b5d-49da-912a-3de3c8c12e86" providerId="AD" clId="Web-{1156711A-FF84-450B-AF20-EDA024B3979F}" dt="2022-02-08T04:02:17.484" v="114" actId="20577"/>
          <ac:graphicFrameMkLst>
            <pc:docMk/>
            <pc:sldMk cId="0" sldId="276"/>
            <ac:graphicFrameMk id="7" creationId="{5EC7CD85-CB8A-43C5-A6FC-97384EFEEEEF}"/>
          </ac:graphicFrameMkLst>
        </pc:graphicFrameChg>
      </pc:sldChg>
      <pc:sldChg chg="modSp">
        <pc:chgData name="TS. AZLIANOR BINTI ABDUL AZIZ" userId="S::azlianor@utem.edu.my::b18355ed-4b5d-49da-912a-3de3c8c12e86" providerId="AD" clId="Web-{1156711A-FF84-450B-AF20-EDA024B3979F}" dt="2022-02-08T03:34:28.899" v="46"/>
        <pc:sldMkLst>
          <pc:docMk/>
          <pc:sldMk cId="0" sldId="280"/>
        </pc:sldMkLst>
        <pc:spChg chg="mod">
          <ac:chgData name="TS. AZLIANOR BINTI ABDUL AZIZ" userId="S::azlianor@utem.edu.my::b18355ed-4b5d-49da-912a-3de3c8c12e86" providerId="AD" clId="Web-{1156711A-FF84-450B-AF20-EDA024B3979F}" dt="2022-02-08T03:34:28.899" v="46"/>
          <ac:spMkLst>
            <pc:docMk/>
            <pc:sldMk cId="0" sldId="280"/>
            <ac:spMk id="2" creationId="{00000000-0000-0000-0000-000000000000}"/>
          </ac:spMkLst>
        </pc:spChg>
      </pc:sldChg>
      <pc:sldChg chg="modSp">
        <pc:chgData name="TS. AZLIANOR BINTI ABDUL AZIZ" userId="S::azlianor@utem.edu.my::b18355ed-4b5d-49da-912a-3de3c8c12e86" providerId="AD" clId="Web-{1156711A-FF84-450B-AF20-EDA024B3979F}" dt="2022-02-08T03:42:55.317" v="80" actId="20577"/>
        <pc:sldMkLst>
          <pc:docMk/>
          <pc:sldMk cId="0" sldId="281"/>
        </pc:sldMkLst>
        <pc:spChg chg="mod">
          <ac:chgData name="TS. AZLIANOR BINTI ABDUL AZIZ" userId="S::azlianor@utem.edu.my::b18355ed-4b5d-49da-912a-3de3c8c12e86" providerId="AD" clId="Web-{1156711A-FF84-450B-AF20-EDA024B3979F}" dt="2022-02-08T03:42:55.317" v="80" actId="20577"/>
          <ac:spMkLst>
            <pc:docMk/>
            <pc:sldMk cId="0" sldId="281"/>
            <ac:spMk id="3" creationId="{00000000-0000-0000-0000-000000000000}"/>
          </ac:spMkLst>
        </pc:spChg>
      </pc:sldChg>
      <pc:sldChg chg="modSp">
        <pc:chgData name="TS. AZLIANOR BINTI ABDUL AZIZ" userId="S::azlianor@utem.edu.my::b18355ed-4b5d-49da-912a-3de3c8c12e86" providerId="AD" clId="Web-{1156711A-FF84-450B-AF20-EDA024B3979F}" dt="2022-02-08T03:33:19.054" v="39" actId="20577"/>
        <pc:sldMkLst>
          <pc:docMk/>
          <pc:sldMk cId="2677410081" sldId="320"/>
        </pc:sldMkLst>
        <pc:spChg chg="mod">
          <ac:chgData name="TS. AZLIANOR BINTI ABDUL AZIZ" userId="S::azlianor@utem.edu.my::b18355ed-4b5d-49da-912a-3de3c8c12e86" providerId="AD" clId="Web-{1156711A-FF84-450B-AF20-EDA024B3979F}" dt="2022-02-08T03:33:19.054" v="39" actId="20577"/>
          <ac:spMkLst>
            <pc:docMk/>
            <pc:sldMk cId="2677410081" sldId="320"/>
            <ac:spMk id="2" creationId="{00000000-0000-0000-0000-000000000000}"/>
          </ac:spMkLst>
        </pc:spChg>
      </pc:sldChg>
      <pc:sldChg chg="modSp">
        <pc:chgData name="TS. AZLIANOR BINTI ABDUL AZIZ" userId="S::azlianor@utem.edu.my::b18355ed-4b5d-49da-912a-3de3c8c12e86" providerId="AD" clId="Web-{1156711A-FF84-450B-AF20-EDA024B3979F}" dt="2022-02-08T03:40:25.314" v="66" actId="20577"/>
        <pc:sldMkLst>
          <pc:docMk/>
          <pc:sldMk cId="2663989367" sldId="322"/>
        </pc:sldMkLst>
        <pc:spChg chg="mod">
          <ac:chgData name="TS. AZLIANOR BINTI ABDUL AZIZ" userId="S::azlianor@utem.edu.my::b18355ed-4b5d-49da-912a-3de3c8c12e86" providerId="AD" clId="Web-{1156711A-FF84-450B-AF20-EDA024B3979F}" dt="2022-02-08T03:40:25.314" v="66" actId="20577"/>
          <ac:spMkLst>
            <pc:docMk/>
            <pc:sldMk cId="2663989367" sldId="322"/>
            <ac:spMk id="5" creationId="{00000000-0000-0000-0000-000000000000}"/>
          </ac:spMkLst>
        </pc:spChg>
      </pc:sldChg>
      <pc:sldChg chg="modSp">
        <pc:chgData name="TS. AZLIANOR BINTI ABDUL AZIZ" userId="S::azlianor@utem.edu.my::b18355ed-4b5d-49da-912a-3de3c8c12e86" providerId="AD" clId="Web-{1156711A-FF84-450B-AF20-EDA024B3979F}" dt="2022-02-08T03:37:52.498" v="60" actId="20577"/>
        <pc:sldMkLst>
          <pc:docMk/>
          <pc:sldMk cId="4256878499" sldId="329"/>
        </pc:sldMkLst>
        <pc:spChg chg="mod">
          <ac:chgData name="TS. AZLIANOR BINTI ABDUL AZIZ" userId="S::azlianor@utem.edu.my::b18355ed-4b5d-49da-912a-3de3c8c12e86" providerId="AD" clId="Web-{1156711A-FF84-450B-AF20-EDA024B3979F}" dt="2022-02-08T03:37:52.498" v="60" actId="20577"/>
          <ac:spMkLst>
            <pc:docMk/>
            <pc:sldMk cId="4256878499" sldId="329"/>
            <ac:spMk id="2" creationId="{00000000-0000-0000-0000-000000000000}"/>
          </ac:spMkLst>
        </pc:spChg>
      </pc:sldChg>
      <pc:sldChg chg="modSp">
        <pc:chgData name="TS. AZLIANOR BINTI ABDUL AZIZ" userId="S::azlianor@utem.edu.my::b18355ed-4b5d-49da-912a-3de3c8c12e86" providerId="AD" clId="Web-{1156711A-FF84-450B-AF20-EDA024B3979F}" dt="2022-02-08T04:06:17.880" v="142" actId="20577"/>
        <pc:sldMkLst>
          <pc:docMk/>
          <pc:sldMk cId="1387394424" sldId="330"/>
        </pc:sldMkLst>
        <pc:spChg chg="mod">
          <ac:chgData name="TS. AZLIANOR BINTI ABDUL AZIZ" userId="S::azlianor@utem.edu.my::b18355ed-4b5d-49da-912a-3de3c8c12e86" providerId="AD" clId="Web-{1156711A-FF84-450B-AF20-EDA024B3979F}" dt="2022-02-08T04:06:17.880" v="142" actId="20577"/>
          <ac:spMkLst>
            <pc:docMk/>
            <pc:sldMk cId="1387394424" sldId="330"/>
            <ac:spMk id="4" creationId="{00000000-0000-0000-0000-000000000000}"/>
          </ac:spMkLst>
        </pc:spChg>
      </pc:sldChg>
      <pc:sldChg chg="modSp">
        <pc:chgData name="TS. AZLIANOR BINTI ABDUL AZIZ" userId="S::azlianor@utem.edu.my::b18355ed-4b5d-49da-912a-3de3c8c12e86" providerId="AD" clId="Web-{1156711A-FF84-450B-AF20-EDA024B3979F}" dt="2022-02-08T04:04:48.378" v="131" actId="20577"/>
        <pc:sldMkLst>
          <pc:docMk/>
          <pc:sldMk cId="2188568989" sldId="333"/>
        </pc:sldMkLst>
        <pc:spChg chg="mod">
          <ac:chgData name="TS. AZLIANOR BINTI ABDUL AZIZ" userId="S::azlianor@utem.edu.my::b18355ed-4b5d-49da-912a-3de3c8c12e86" providerId="AD" clId="Web-{1156711A-FF84-450B-AF20-EDA024B3979F}" dt="2022-02-08T04:04:48.378" v="131" actId="20577"/>
          <ac:spMkLst>
            <pc:docMk/>
            <pc:sldMk cId="2188568989" sldId="333"/>
            <ac:spMk id="5" creationId="{00000000-0000-0000-0000-000000000000}"/>
          </ac:spMkLst>
        </pc:spChg>
      </pc:sldChg>
      <pc:sldChg chg="modSp">
        <pc:chgData name="TS. AZLIANOR BINTI ABDUL AZIZ" userId="S::azlianor@utem.edu.my::b18355ed-4b5d-49da-912a-3de3c8c12e86" providerId="AD" clId="Web-{1156711A-FF84-450B-AF20-EDA024B3979F}" dt="2022-02-08T04:06:45.896" v="151" actId="20577"/>
        <pc:sldMkLst>
          <pc:docMk/>
          <pc:sldMk cId="1789537375" sldId="337"/>
        </pc:sldMkLst>
        <pc:spChg chg="mod">
          <ac:chgData name="TS. AZLIANOR BINTI ABDUL AZIZ" userId="S::azlianor@utem.edu.my::b18355ed-4b5d-49da-912a-3de3c8c12e86" providerId="AD" clId="Web-{1156711A-FF84-450B-AF20-EDA024B3979F}" dt="2022-02-08T04:06:45.896" v="151" actId="20577"/>
          <ac:spMkLst>
            <pc:docMk/>
            <pc:sldMk cId="1789537375" sldId="337"/>
            <ac:spMk id="4" creationId="{34E97588-DCC6-4E3C-90CC-9431FBD94B2B}"/>
          </ac:spMkLst>
        </pc:spChg>
      </pc:sldChg>
      <pc:sldChg chg="modSp">
        <pc:chgData name="TS. AZLIANOR BINTI ABDUL AZIZ" userId="S::azlianor@utem.edu.my::b18355ed-4b5d-49da-912a-3de3c8c12e86" providerId="AD" clId="Web-{1156711A-FF84-450B-AF20-EDA024B3979F}" dt="2022-02-08T04:04:56.941" v="135" actId="20577"/>
        <pc:sldMkLst>
          <pc:docMk/>
          <pc:sldMk cId="1238272628" sldId="341"/>
        </pc:sldMkLst>
        <pc:spChg chg="mod">
          <ac:chgData name="TS. AZLIANOR BINTI ABDUL AZIZ" userId="S::azlianor@utem.edu.my::b18355ed-4b5d-49da-912a-3de3c8c12e86" providerId="AD" clId="Web-{1156711A-FF84-450B-AF20-EDA024B3979F}" dt="2022-02-08T04:04:56.941" v="135" actId="20577"/>
          <ac:spMkLst>
            <pc:docMk/>
            <pc:sldMk cId="1238272628" sldId="341"/>
            <ac:spMk id="6" creationId="{00000000-0000-0000-0000-000000000000}"/>
          </ac:spMkLst>
        </pc:spChg>
      </pc:sldChg>
      <pc:sldChg chg="modSp">
        <pc:chgData name="TS. AZLIANOR BINTI ABDUL AZIZ" userId="S::azlianor@utem.edu.my::b18355ed-4b5d-49da-912a-3de3c8c12e86" providerId="AD" clId="Web-{1156711A-FF84-450B-AF20-EDA024B3979F}" dt="2022-02-08T03:58:38.745" v="99" actId="14100"/>
        <pc:sldMkLst>
          <pc:docMk/>
          <pc:sldMk cId="2887123397" sldId="344"/>
        </pc:sldMkLst>
        <pc:spChg chg="mod">
          <ac:chgData name="TS. AZLIANOR BINTI ABDUL AZIZ" userId="S::azlianor@utem.edu.my::b18355ed-4b5d-49da-912a-3de3c8c12e86" providerId="AD" clId="Web-{1156711A-FF84-450B-AF20-EDA024B3979F}" dt="2022-02-08T03:58:24.447" v="98" actId="20577"/>
          <ac:spMkLst>
            <pc:docMk/>
            <pc:sldMk cId="2887123397" sldId="344"/>
            <ac:spMk id="2" creationId="{8FB60C16-A8B6-45B4-BC2C-7A710CE333D3}"/>
          </ac:spMkLst>
        </pc:spChg>
        <pc:spChg chg="mod">
          <ac:chgData name="TS. AZLIANOR BINTI ABDUL AZIZ" userId="S::azlianor@utem.edu.my::b18355ed-4b5d-49da-912a-3de3c8c12e86" providerId="AD" clId="Web-{1156711A-FF84-450B-AF20-EDA024B3979F}" dt="2022-02-08T03:57:18.383" v="88" actId="1076"/>
          <ac:spMkLst>
            <pc:docMk/>
            <pc:sldMk cId="2887123397" sldId="344"/>
            <ac:spMk id="5" creationId="{22E6B9B1-6675-4C4F-8039-C3B5FAD7F6C1}"/>
          </ac:spMkLst>
        </pc:spChg>
        <pc:spChg chg="mod">
          <ac:chgData name="TS. AZLIANOR BINTI ABDUL AZIZ" userId="S::azlianor@utem.edu.my::b18355ed-4b5d-49da-912a-3de3c8c12e86" providerId="AD" clId="Web-{1156711A-FF84-450B-AF20-EDA024B3979F}" dt="2022-02-08T03:56:46.851" v="84" actId="20577"/>
          <ac:spMkLst>
            <pc:docMk/>
            <pc:sldMk cId="2887123397" sldId="344"/>
            <ac:spMk id="8" creationId="{937EA997-E480-4B3C-86C7-10E076A533F3}"/>
          </ac:spMkLst>
        </pc:spChg>
        <pc:spChg chg="mod">
          <ac:chgData name="TS. AZLIANOR BINTI ABDUL AZIZ" userId="S::azlianor@utem.edu.my::b18355ed-4b5d-49da-912a-3de3c8c12e86" providerId="AD" clId="Web-{1156711A-FF84-450B-AF20-EDA024B3979F}" dt="2022-02-08T03:56:59.617" v="85" actId="20577"/>
          <ac:spMkLst>
            <pc:docMk/>
            <pc:sldMk cId="2887123397" sldId="344"/>
            <ac:spMk id="31" creationId="{AB9E4131-90E0-4059-B8F2-F1606A7D2694}"/>
          </ac:spMkLst>
        </pc:spChg>
        <pc:spChg chg="mod">
          <ac:chgData name="TS. AZLIANOR BINTI ABDUL AZIZ" userId="S::azlianor@utem.edu.my::b18355ed-4b5d-49da-912a-3de3c8c12e86" providerId="AD" clId="Web-{1156711A-FF84-450B-AF20-EDA024B3979F}" dt="2022-02-08T03:58:06.213" v="92" actId="1076"/>
          <ac:spMkLst>
            <pc:docMk/>
            <pc:sldMk cId="2887123397" sldId="344"/>
            <ac:spMk id="34" creationId="{F545F120-0939-406B-A6F5-AA4288ACF229}"/>
          </ac:spMkLst>
        </pc:spChg>
        <pc:spChg chg="mod">
          <ac:chgData name="TS. AZLIANOR BINTI ABDUL AZIZ" userId="S::azlianor@utem.edu.my::b18355ed-4b5d-49da-912a-3de3c8c12e86" providerId="AD" clId="Web-{1156711A-FF84-450B-AF20-EDA024B3979F}" dt="2022-02-08T03:55:47.834" v="82" actId="20577"/>
          <ac:spMkLst>
            <pc:docMk/>
            <pc:sldMk cId="2887123397" sldId="344"/>
            <ac:spMk id="47" creationId="{11349C31-6DB8-4363-81DD-890D2E76D006}"/>
          </ac:spMkLst>
        </pc:spChg>
        <pc:spChg chg="mod">
          <ac:chgData name="TS. AZLIANOR BINTI ABDUL AZIZ" userId="S::azlianor@utem.edu.my::b18355ed-4b5d-49da-912a-3de3c8c12e86" providerId="AD" clId="Web-{1156711A-FF84-450B-AF20-EDA024B3979F}" dt="2022-02-08T03:57:50.087" v="89" actId="1076"/>
          <ac:spMkLst>
            <pc:docMk/>
            <pc:sldMk cId="2887123397" sldId="344"/>
            <ac:spMk id="55" creationId="{F58C71FE-E785-4908-8B15-AE1A76C2F75E}"/>
          </ac:spMkLst>
        </pc:spChg>
        <pc:cxnChg chg="mod">
          <ac:chgData name="TS. AZLIANOR BINTI ABDUL AZIZ" userId="S::azlianor@utem.edu.my::b18355ed-4b5d-49da-912a-3de3c8c12e86" providerId="AD" clId="Web-{1156711A-FF84-450B-AF20-EDA024B3979F}" dt="2022-02-08T03:58:38.745" v="99" actId="14100"/>
          <ac:cxnSpMkLst>
            <pc:docMk/>
            <pc:sldMk cId="2887123397" sldId="344"/>
            <ac:cxnSpMk id="72" creationId="{FC561ED5-4E38-A748-9093-793450E71487}"/>
          </ac:cxnSpMkLst>
        </pc:cxnChg>
      </pc:sldChg>
      <pc:sldChg chg="modSp">
        <pc:chgData name="TS. AZLIANOR BINTI ABDUL AZIZ" userId="S::azlianor@utem.edu.my::b18355ed-4b5d-49da-912a-3de3c8c12e86" providerId="AD" clId="Web-{1156711A-FF84-450B-AF20-EDA024B3979F}" dt="2022-02-08T03:59:24.777" v="104" actId="14100"/>
        <pc:sldMkLst>
          <pc:docMk/>
          <pc:sldMk cId="2955982926" sldId="347"/>
        </pc:sldMkLst>
        <pc:spChg chg="mod">
          <ac:chgData name="TS. AZLIANOR BINTI ABDUL AZIZ" userId="S::azlianor@utem.edu.my::b18355ed-4b5d-49da-912a-3de3c8c12e86" providerId="AD" clId="Web-{1156711A-FF84-450B-AF20-EDA024B3979F}" dt="2022-02-08T03:59:24.777" v="104" actId="14100"/>
          <ac:spMkLst>
            <pc:docMk/>
            <pc:sldMk cId="2955982926" sldId="347"/>
            <ac:spMk id="9" creationId="{00000000-0000-0000-0000-000000000000}"/>
          </ac:spMkLst>
        </pc:spChg>
      </pc:sldChg>
      <pc:sldChg chg="modSp">
        <pc:chgData name="TS. AZLIANOR BINTI ABDUL AZIZ" userId="S::azlianor@utem.edu.my::b18355ed-4b5d-49da-912a-3de3c8c12e86" providerId="AD" clId="Web-{1156711A-FF84-450B-AF20-EDA024B3979F}" dt="2022-02-08T03:33:48.633" v="45" actId="20577"/>
        <pc:sldMkLst>
          <pc:docMk/>
          <pc:sldMk cId="4195078127" sldId="355"/>
        </pc:sldMkLst>
        <pc:spChg chg="mod">
          <ac:chgData name="TS. AZLIANOR BINTI ABDUL AZIZ" userId="S::azlianor@utem.edu.my::b18355ed-4b5d-49da-912a-3de3c8c12e86" providerId="AD" clId="Web-{1156711A-FF84-450B-AF20-EDA024B3979F}" dt="2022-02-08T03:33:48.633" v="45" actId="20577"/>
          <ac:spMkLst>
            <pc:docMk/>
            <pc:sldMk cId="4195078127" sldId="355"/>
            <ac:spMk id="2" creationId="{00000000-0000-0000-0000-000000000000}"/>
          </ac:spMkLst>
        </pc:spChg>
      </pc:sldChg>
      <pc:sldChg chg="modSp">
        <pc:chgData name="TS. AZLIANOR BINTI ABDUL AZIZ" userId="S::azlianor@utem.edu.my::b18355ed-4b5d-49da-912a-3de3c8c12e86" providerId="AD" clId="Web-{1156711A-FF84-450B-AF20-EDA024B3979F}" dt="2022-02-08T03:41:51.659" v="69" actId="20577"/>
        <pc:sldMkLst>
          <pc:docMk/>
          <pc:sldMk cId="363280667" sldId="361"/>
        </pc:sldMkLst>
        <pc:spChg chg="mod">
          <ac:chgData name="TS. AZLIANOR BINTI ABDUL AZIZ" userId="S::azlianor@utem.edu.my::b18355ed-4b5d-49da-912a-3de3c8c12e86" providerId="AD" clId="Web-{1156711A-FF84-450B-AF20-EDA024B3979F}" dt="2022-02-08T03:41:51.659" v="69" actId="20577"/>
          <ac:spMkLst>
            <pc:docMk/>
            <pc:sldMk cId="363280667" sldId="361"/>
            <ac:spMk id="2" creationId="{00000000-0000-0000-0000-000000000000}"/>
          </ac:spMkLst>
        </pc:spChg>
      </pc:sldChg>
      <pc:sldChg chg="modSp">
        <pc:chgData name="TS. AZLIANOR BINTI ABDUL AZIZ" userId="S::azlianor@utem.edu.my::b18355ed-4b5d-49da-912a-3de3c8c12e86" providerId="AD" clId="Web-{1156711A-FF84-450B-AF20-EDA024B3979F}" dt="2022-02-08T03:44:40.679" v="81" actId="20577"/>
        <pc:sldMkLst>
          <pc:docMk/>
          <pc:sldMk cId="1058471483" sldId="363"/>
        </pc:sldMkLst>
        <pc:spChg chg="mod">
          <ac:chgData name="TS. AZLIANOR BINTI ABDUL AZIZ" userId="S::azlianor@utem.edu.my::b18355ed-4b5d-49da-912a-3de3c8c12e86" providerId="AD" clId="Web-{1156711A-FF84-450B-AF20-EDA024B3979F}" dt="2022-02-08T03:44:40.679" v="81" actId="20577"/>
          <ac:spMkLst>
            <pc:docMk/>
            <pc:sldMk cId="1058471483" sldId="363"/>
            <ac:spMk id="2" creationId="{00000000-0000-0000-0000-000000000000}"/>
          </ac:spMkLst>
        </pc:spChg>
      </pc:sldChg>
      <pc:sldChg chg="modSp">
        <pc:chgData name="TS. AZLIANOR BINTI ABDUL AZIZ" userId="S::azlianor@utem.edu.my::b18355ed-4b5d-49da-912a-3de3c8c12e86" providerId="AD" clId="Web-{1156711A-FF84-450B-AF20-EDA024B3979F}" dt="2022-02-08T03:22:49.852" v="7"/>
        <pc:sldMkLst>
          <pc:docMk/>
          <pc:sldMk cId="2470836894" sldId="370"/>
        </pc:sldMkLst>
        <pc:graphicFrameChg chg="mod modGraphic">
          <ac:chgData name="TS. AZLIANOR BINTI ABDUL AZIZ" userId="S::azlianor@utem.edu.my::b18355ed-4b5d-49da-912a-3de3c8c12e86" providerId="AD" clId="Web-{1156711A-FF84-450B-AF20-EDA024B3979F}" dt="2022-02-08T03:22:49.852" v="7"/>
          <ac:graphicFrameMkLst>
            <pc:docMk/>
            <pc:sldMk cId="2470836894" sldId="370"/>
            <ac:graphicFrameMk id="4" creationId="{00000000-0000-0000-0000-000000000000}"/>
          </ac:graphicFrameMkLst>
        </pc:graphicFrameChg>
      </pc:sldChg>
      <pc:sldChg chg="modSp">
        <pc:chgData name="TS. AZLIANOR BINTI ABDUL AZIZ" userId="S::azlianor@utem.edu.my::b18355ed-4b5d-49da-912a-3de3c8c12e86" providerId="AD" clId="Web-{1156711A-FF84-450B-AF20-EDA024B3979F}" dt="2022-02-08T04:08:55.634" v="171" actId="20577"/>
        <pc:sldMkLst>
          <pc:docMk/>
          <pc:sldMk cId="2049276200" sldId="374"/>
        </pc:sldMkLst>
        <pc:spChg chg="mod">
          <ac:chgData name="TS. AZLIANOR BINTI ABDUL AZIZ" userId="S::azlianor@utem.edu.my::b18355ed-4b5d-49da-912a-3de3c8c12e86" providerId="AD" clId="Web-{1156711A-FF84-450B-AF20-EDA024B3979F}" dt="2022-02-08T04:08:55.634" v="171" actId="20577"/>
          <ac:spMkLst>
            <pc:docMk/>
            <pc:sldMk cId="2049276200" sldId="374"/>
            <ac:spMk id="6" creationId="{00000000-0000-0000-0000-000000000000}"/>
          </ac:spMkLst>
        </pc:spChg>
      </pc:sldChg>
      <pc:sldChg chg="modSp">
        <pc:chgData name="TS. AZLIANOR BINTI ABDUL AZIZ" userId="S::azlianor@utem.edu.my::b18355ed-4b5d-49da-912a-3de3c8c12e86" providerId="AD" clId="Web-{1156711A-FF84-450B-AF20-EDA024B3979F}" dt="2022-02-08T04:04:27.502" v="128" actId="20577"/>
        <pc:sldMkLst>
          <pc:docMk/>
          <pc:sldMk cId="671765827" sldId="377"/>
        </pc:sldMkLst>
        <pc:graphicFrameChg chg="modGraphic">
          <ac:chgData name="TS. AZLIANOR BINTI ABDUL AZIZ" userId="S::azlianor@utem.edu.my::b18355ed-4b5d-49da-912a-3de3c8c12e86" providerId="AD" clId="Web-{1156711A-FF84-450B-AF20-EDA024B3979F}" dt="2022-02-08T04:04:27.502" v="128" actId="20577"/>
          <ac:graphicFrameMkLst>
            <pc:docMk/>
            <pc:sldMk cId="671765827" sldId="377"/>
            <ac:graphicFrameMk id="8" creationId="{A1D10F2C-A1BA-4F6A-B3E4-E3F5D22AC723}"/>
          </ac:graphicFrameMkLst>
        </pc:graphicFrameChg>
      </pc:sldChg>
      <pc:sldChg chg="modSp">
        <pc:chgData name="TS. AZLIANOR BINTI ABDUL AZIZ" userId="S::azlianor@utem.edu.my::b18355ed-4b5d-49da-912a-3de3c8c12e86" providerId="AD" clId="Web-{1156711A-FF84-450B-AF20-EDA024B3979F}" dt="2022-02-08T03:35:14.041" v="47"/>
        <pc:sldMkLst>
          <pc:docMk/>
          <pc:sldMk cId="877911540" sldId="400"/>
        </pc:sldMkLst>
        <pc:spChg chg="mod">
          <ac:chgData name="TS. AZLIANOR BINTI ABDUL AZIZ" userId="S::azlianor@utem.edu.my::b18355ed-4b5d-49da-912a-3de3c8c12e86" providerId="AD" clId="Web-{1156711A-FF84-450B-AF20-EDA024B3979F}" dt="2022-02-08T03:35:14.041" v="47"/>
          <ac:spMkLst>
            <pc:docMk/>
            <pc:sldMk cId="877911540" sldId="400"/>
            <ac:spMk id="2" creationId="{D7F63ACA-D629-4A12-B1FE-48E276317766}"/>
          </ac:spMkLst>
        </pc:spChg>
      </pc:sldChg>
      <pc:sldChg chg="modSp">
        <pc:chgData name="TS. AZLIANOR BINTI ABDUL AZIZ" userId="S::azlianor@utem.edu.my::b18355ed-4b5d-49da-912a-3de3c8c12e86" providerId="AD" clId="Web-{1156711A-FF84-450B-AF20-EDA024B3979F}" dt="2022-02-08T04:07:17.319" v="163" actId="20577"/>
        <pc:sldMkLst>
          <pc:docMk/>
          <pc:sldMk cId="720896959" sldId="403"/>
        </pc:sldMkLst>
        <pc:spChg chg="mod">
          <ac:chgData name="TS. AZLIANOR BINTI ABDUL AZIZ" userId="S::azlianor@utem.edu.my::b18355ed-4b5d-49da-912a-3de3c8c12e86" providerId="AD" clId="Web-{1156711A-FF84-450B-AF20-EDA024B3979F}" dt="2022-02-08T04:07:02.459" v="155" actId="20577"/>
          <ac:spMkLst>
            <pc:docMk/>
            <pc:sldMk cId="720896959" sldId="403"/>
            <ac:spMk id="6" creationId="{C948B044-EE1A-4E97-920E-8B1F04C67577}"/>
          </ac:spMkLst>
        </pc:spChg>
        <pc:spChg chg="mod">
          <ac:chgData name="TS. AZLIANOR BINTI ABDUL AZIZ" userId="S::azlianor@utem.edu.my::b18355ed-4b5d-49da-912a-3de3c8c12e86" providerId="AD" clId="Web-{1156711A-FF84-450B-AF20-EDA024B3979F}" dt="2022-02-08T04:07:10.131" v="159" actId="20577"/>
          <ac:spMkLst>
            <pc:docMk/>
            <pc:sldMk cId="720896959" sldId="403"/>
            <ac:spMk id="16" creationId="{1ADC1ADB-6D9F-4CFC-B551-7F1354CAFAA2}"/>
          </ac:spMkLst>
        </pc:spChg>
        <pc:spChg chg="mod">
          <ac:chgData name="TS. AZLIANOR BINTI ABDUL AZIZ" userId="S::azlianor@utem.edu.my::b18355ed-4b5d-49da-912a-3de3c8c12e86" providerId="AD" clId="Web-{1156711A-FF84-450B-AF20-EDA024B3979F}" dt="2022-02-08T04:07:17.319" v="163" actId="20577"/>
          <ac:spMkLst>
            <pc:docMk/>
            <pc:sldMk cId="720896959" sldId="403"/>
            <ac:spMk id="17" creationId="{7B5C38C8-C4A7-484A-B18A-C1A0B27979FC}"/>
          </ac:spMkLst>
        </pc:spChg>
      </pc:sldChg>
      <pc:sldChg chg="modSp">
        <pc:chgData name="TS. AZLIANOR BINTI ABDUL AZIZ" userId="S::azlianor@utem.edu.my::b18355ed-4b5d-49da-912a-3de3c8c12e86" providerId="AD" clId="Web-{1156711A-FF84-450B-AF20-EDA024B3979F}" dt="2022-02-08T04:01:22.764" v="111" actId="20577"/>
        <pc:sldMkLst>
          <pc:docMk/>
          <pc:sldMk cId="2443922825" sldId="406"/>
        </pc:sldMkLst>
        <pc:spChg chg="mod">
          <ac:chgData name="TS. AZLIANOR BINTI ABDUL AZIZ" userId="S::azlianor@utem.edu.my::b18355ed-4b5d-49da-912a-3de3c8c12e86" providerId="AD" clId="Web-{1156711A-FF84-450B-AF20-EDA024B3979F}" dt="2022-02-08T04:01:22.764" v="111" actId="20577"/>
          <ac:spMkLst>
            <pc:docMk/>
            <pc:sldMk cId="2443922825" sldId="406"/>
            <ac:spMk id="11" creationId="{F2004D4E-728E-4AF7-B22F-CC10E5CEF7BD}"/>
          </ac:spMkLst>
        </pc:spChg>
      </pc:sldChg>
      <pc:sldChg chg="modSp">
        <pc:chgData name="TS. AZLIANOR BINTI ABDUL AZIZ" userId="S::azlianor@utem.edu.my::b18355ed-4b5d-49da-912a-3de3c8c12e86" providerId="AD" clId="Web-{1156711A-FF84-450B-AF20-EDA024B3979F}" dt="2022-02-08T03:37:28.310" v="58" actId="20577"/>
        <pc:sldMkLst>
          <pc:docMk/>
          <pc:sldMk cId="3934757070" sldId="408"/>
        </pc:sldMkLst>
        <pc:spChg chg="mod">
          <ac:chgData name="TS. AZLIANOR BINTI ABDUL AZIZ" userId="S::azlianor@utem.edu.my::b18355ed-4b5d-49da-912a-3de3c8c12e86" providerId="AD" clId="Web-{1156711A-FF84-450B-AF20-EDA024B3979F}" dt="2022-02-08T03:37:01.825" v="55" actId="20577"/>
          <ac:spMkLst>
            <pc:docMk/>
            <pc:sldMk cId="3934757070" sldId="408"/>
            <ac:spMk id="2" creationId="{19428A7E-D38A-4326-8A31-A17EF1A353D3}"/>
          </ac:spMkLst>
        </pc:spChg>
        <pc:spChg chg="mod">
          <ac:chgData name="TS. AZLIANOR BINTI ABDUL AZIZ" userId="S::azlianor@utem.edu.my::b18355ed-4b5d-49da-912a-3de3c8c12e86" providerId="AD" clId="Web-{1156711A-FF84-450B-AF20-EDA024B3979F}" dt="2022-02-08T03:37:28.310" v="58" actId="20577"/>
          <ac:spMkLst>
            <pc:docMk/>
            <pc:sldMk cId="3934757070" sldId="408"/>
            <ac:spMk id="3" creationId="{6C7C9046-6774-4715-8778-AB3236287DD5}"/>
          </ac:spMkLst>
        </pc:spChg>
      </pc:sldChg>
    </pc:docChg>
  </pc:docChgLst>
  <pc:docChgLst>
    <pc:chgData name="TS. AZLIANOR BINTI ABDUL AZIZ" userId="S::azlianor@utem.edu.my::b18355ed-4b5d-49da-912a-3de3c8c12e86" providerId="AD" clId="Web-{1A710557-C810-4CF7-AB64-3109A5014596}"/>
    <pc:docChg chg="modSld">
      <pc:chgData name="TS. AZLIANOR BINTI ABDUL AZIZ" userId="S::azlianor@utem.edu.my::b18355ed-4b5d-49da-912a-3de3c8c12e86" providerId="AD" clId="Web-{1A710557-C810-4CF7-AB64-3109A5014596}" dt="2022-02-08T03:15:48.996" v="1" actId="20577"/>
      <pc:docMkLst>
        <pc:docMk/>
      </pc:docMkLst>
      <pc:sldChg chg="modSp">
        <pc:chgData name="TS. AZLIANOR BINTI ABDUL AZIZ" userId="S::azlianor@utem.edu.my::b18355ed-4b5d-49da-912a-3de3c8c12e86" providerId="AD" clId="Web-{1A710557-C810-4CF7-AB64-3109A5014596}" dt="2022-02-08T03:15:48.996" v="1" actId="20577"/>
        <pc:sldMkLst>
          <pc:docMk/>
          <pc:sldMk cId="2049276200" sldId="374"/>
        </pc:sldMkLst>
        <pc:spChg chg="mod">
          <ac:chgData name="TS. AZLIANOR BINTI ABDUL AZIZ" userId="S::azlianor@utem.edu.my::b18355ed-4b5d-49da-912a-3de3c8c12e86" providerId="AD" clId="Web-{1A710557-C810-4CF7-AB64-3109A5014596}" dt="2022-02-08T03:15:48.996" v="1" actId="20577"/>
          <ac:spMkLst>
            <pc:docMk/>
            <pc:sldMk cId="2049276200" sldId="374"/>
            <ac:spMk id="6" creationId="{00000000-0000-0000-0000-000000000000}"/>
          </ac:spMkLst>
        </pc:spChg>
      </pc:sldChg>
    </pc:docChg>
  </pc:docChgLst>
  <pc:docChgLst>
    <pc:chgData name="TS. DR. WAHIDAH BINTI MD SHAH" userId="S::wahidah@utem.edu.my::f5a5ac7e-fd83-4d30-a4f9-faefc7aa47c4" providerId="AD" clId="Web-{2C4AB5B3-4DE8-4895-8533-C62971C608C7}"/>
    <pc:docChg chg="modSld">
      <pc:chgData name="TS. DR. WAHIDAH BINTI MD SHAH" userId="S::wahidah@utem.edu.my::f5a5ac7e-fd83-4d30-a4f9-faefc7aa47c4" providerId="AD" clId="Web-{2C4AB5B3-4DE8-4895-8533-C62971C608C7}" dt="2022-02-08T08:20:07.268" v="153" actId="1076"/>
      <pc:docMkLst>
        <pc:docMk/>
      </pc:docMkLst>
      <pc:sldChg chg="addSp delSp modSp">
        <pc:chgData name="TS. DR. WAHIDAH BINTI MD SHAH" userId="S::wahidah@utem.edu.my::f5a5ac7e-fd83-4d30-a4f9-faefc7aa47c4" providerId="AD" clId="Web-{2C4AB5B3-4DE8-4895-8533-C62971C608C7}" dt="2022-02-08T08:20:07.268" v="153" actId="1076"/>
        <pc:sldMkLst>
          <pc:docMk/>
          <pc:sldMk cId="2517021878" sldId="399"/>
        </pc:sldMkLst>
        <pc:graphicFrameChg chg="mod modGraphic">
          <ac:chgData name="TS. DR. WAHIDAH BINTI MD SHAH" userId="S::wahidah@utem.edu.my::f5a5ac7e-fd83-4d30-a4f9-faefc7aa47c4" providerId="AD" clId="Web-{2C4AB5B3-4DE8-4895-8533-C62971C608C7}" dt="2022-02-08T08:20:02.268" v="152"/>
          <ac:graphicFrameMkLst>
            <pc:docMk/>
            <pc:sldMk cId="2517021878" sldId="399"/>
            <ac:graphicFrameMk id="6" creationId="{46CB1AB5-9B07-4EC5-9242-66209BB25B0F}"/>
          </ac:graphicFrameMkLst>
        </pc:graphicFrameChg>
        <pc:picChg chg="add mod">
          <ac:chgData name="TS. DR. WAHIDAH BINTI MD SHAH" userId="S::wahidah@utem.edu.my::f5a5ac7e-fd83-4d30-a4f9-faefc7aa47c4" providerId="AD" clId="Web-{2C4AB5B3-4DE8-4895-8533-C62971C608C7}" dt="2022-02-08T08:17:42.170" v="106" actId="1076"/>
          <ac:picMkLst>
            <pc:docMk/>
            <pc:sldMk cId="2517021878" sldId="399"/>
            <ac:picMk id="3" creationId="{446B7B86-0C7C-42C2-8515-084821A577DC}"/>
          </ac:picMkLst>
        </pc:picChg>
        <pc:picChg chg="add mod">
          <ac:chgData name="TS. DR. WAHIDAH BINTI MD SHAH" userId="S::wahidah@utem.edu.my::f5a5ac7e-fd83-4d30-a4f9-faefc7aa47c4" providerId="AD" clId="Web-{2C4AB5B3-4DE8-4895-8533-C62971C608C7}" dt="2022-02-08T08:18:23.156" v="111" actId="14100"/>
          <ac:picMkLst>
            <pc:docMk/>
            <pc:sldMk cId="2517021878" sldId="399"/>
            <ac:picMk id="4" creationId="{499681F4-0618-4F59-A2BA-5B5550CB21DD}"/>
          </ac:picMkLst>
        </pc:picChg>
        <pc:picChg chg="add mod">
          <ac:chgData name="TS. DR. WAHIDAH BINTI MD SHAH" userId="S::wahidah@utem.edu.my::f5a5ac7e-fd83-4d30-a4f9-faefc7aa47c4" providerId="AD" clId="Web-{2C4AB5B3-4DE8-4895-8533-C62971C608C7}" dt="2022-02-08T08:19:39.267" v="148" actId="1076"/>
          <ac:picMkLst>
            <pc:docMk/>
            <pc:sldMk cId="2517021878" sldId="399"/>
            <ac:picMk id="5" creationId="{D6AFE692-A7C0-42D6-8815-005010C0129B}"/>
          </ac:picMkLst>
        </pc:picChg>
        <pc:picChg chg="del">
          <ac:chgData name="TS. DR. WAHIDAH BINTI MD SHAH" userId="S::wahidah@utem.edu.my::f5a5ac7e-fd83-4d30-a4f9-faefc7aa47c4" providerId="AD" clId="Web-{2C4AB5B3-4DE8-4895-8533-C62971C608C7}" dt="2022-02-08T08:19:25.063" v="142"/>
          <ac:picMkLst>
            <pc:docMk/>
            <pc:sldMk cId="2517021878" sldId="399"/>
            <ac:picMk id="11" creationId="{8E500A18-47D6-4885-B89E-928D253E6D72}"/>
          </ac:picMkLst>
        </pc:picChg>
        <pc:picChg chg="mod">
          <ac:chgData name="TS. DR. WAHIDAH BINTI MD SHAH" userId="S::wahidah@utem.edu.my::f5a5ac7e-fd83-4d30-a4f9-faefc7aa47c4" providerId="AD" clId="Web-{2C4AB5B3-4DE8-4895-8533-C62971C608C7}" dt="2022-02-08T08:19:28.048" v="143" actId="1076"/>
          <ac:picMkLst>
            <pc:docMk/>
            <pc:sldMk cId="2517021878" sldId="399"/>
            <ac:picMk id="13" creationId="{EDD245C6-DC7C-46C8-969E-6F3F4B4B1ED7}"/>
          </ac:picMkLst>
        </pc:picChg>
        <pc:picChg chg="del">
          <ac:chgData name="TS. DR. WAHIDAH BINTI MD SHAH" userId="S::wahidah@utem.edu.my::f5a5ac7e-fd83-4d30-a4f9-faefc7aa47c4" providerId="AD" clId="Web-{2C4AB5B3-4DE8-4895-8533-C62971C608C7}" dt="2022-02-08T08:17:31.857" v="102"/>
          <ac:picMkLst>
            <pc:docMk/>
            <pc:sldMk cId="2517021878" sldId="399"/>
            <ac:picMk id="17" creationId="{1D1C2C7C-1408-4D6B-8FC7-535DF524B53A}"/>
          </ac:picMkLst>
        </pc:picChg>
        <pc:picChg chg="del">
          <ac:chgData name="TS. DR. WAHIDAH BINTI MD SHAH" userId="S::wahidah@utem.edu.my::f5a5ac7e-fd83-4d30-a4f9-faefc7aa47c4" providerId="AD" clId="Web-{2C4AB5B3-4DE8-4895-8533-C62971C608C7}" dt="2022-02-08T08:17:44.905" v="107"/>
          <ac:picMkLst>
            <pc:docMk/>
            <pc:sldMk cId="2517021878" sldId="399"/>
            <ac:picMk id="18" creationId="{9B5B21D7-AC58-4EA2-BCB4-830A8ED410D3}"/>
          </ac:picMkLst>
        </pc:picChg>
        <pc:picChg chg="mod">
          <ac:chgData name="TS. DR. WAHIDAH BINTI MD SHAH" userId="S::wahidah@utem.edu.my::f5a5ac7e-fd83-4d30-a4f9-faefc7aa47c4" providerId="AD" clId="Web-{2C4AB5B3-4DE8-4895-8533-C62971C608C7}" dt="2022-02-08T08:20:07.268" v="153" actId="1076"/>
          <ac:picMkLst>
            <pc:docMk/>
            <pc:sldMk cId="2517021878" sldId="399"/>
            <ac:picMk id="21" creationId="{AB36F872-575A-42C1-BDF7-221F1546584C}"/>
          </ac:picMkLst>
        </pc:picChg>
      </pc:sldChg>
    </pc:docChg>
  </pc:docChgLst>
  <pc:docChgLst>
    <pc:chgData name="TS. DR. WAHIDAH BINTI MD SHAH" userId="S::wahidah@utem.edu.my::f5a5ac7e-fd83-4d30-a4f9-faefc7aa47c4" providerId="AD" clId="Web-{EC6A9EE1-A65B-4F64-88D0-BA7DDF6B4E14}"/>
    <pc:docChg chg="modSld">
      <pc:chgData name="TS. DR. WAHIDAH BINTI MD SHAH" userId="S::wahidah@utem.edu.my::f5a5ac7e-fd83-4d30-a4f9-faefc7aa47c4" providerId="AD" clId="Web-{EC6A9EE1-A65B-4F64-88D0-BA7DDF6B4E14}" dt="2022-02-09T02:10:08.424" v="2" actId="20577"/>
      <pc:docMkLst>
        <pc:docMk/>
      </pc:docMkLst>
      <pc:sldChg chg="modSp">
        <pc:chgData name="TS. DR. WAHIDAH BINTI MD SHAH" userId="S::wahidah@utem.edu.my::f5a5ac7e-fd83-4d30-a4f9-faefc7aa47c4" providerId="AD" clId="Web-{EC6A9EE1-A65B-4F64-88D0-BA7DDF6B4E14}" dt="2022-02-09T02:10:08.424" v="2" actId="20577"/>
        <pc:sldMkLst>
          <pc:docMk/>
          <pc:sldMk cId="2955982926" sldId="347"/>
        </pc:sldMkLst>
        <pc:spChg chg="mod">
          <ac:chgData name="TS. DR. WAHIDAH BINTI MD SHAH" userId="S::wahidah@utem.edu.my::f5a5ac7e-fd83-4d30-a4f9-faefc7aa47c4" providerId="AD" clId="Web-{EC6A9EE1-A65B-4F64-88D0-BA7DDF6B4E14}" dt="2022-02-09T02:10:06.221" v="1" actId="20577"/>
          <ac:spMkLst>
            <pc:docMk/>
            <pc:sldMk cId="2955982926" sldId="347"/>
            <ac:spMk id="5" creationId="{00000000-0000-0000-0000-000000000000}"/>
          </ac:spMkLst>
        </pc:spChg>
        <pc:spChg chg="mod">
          <ac:chgData name="TS. DR. WAHIDAH BINTI MD SHAH" userId="S::wahidah@utem.edu.my::f5a5ac7e-fd83-4d30-a4f9-faefc7aa47c4" providerId="AD" clId="Web-{EC6A9EE1-A65B-4F64-88D0-BA7DDF6B4E14}" dt="2022-02-09T02:10:08.424" v="2" actId="20577"/>
          <ac:spMkLst>
            <pc:docMk/>
            <pc:sldMk cId="2955982926" sldId="347"/>
            <ac:spMk id="6" creationId="{00000000-0000-0000-0000-000000000000}"/>
          </ac:spMkLst>
        </pc:spChg>
      </pc:sldChg>
    </pc:docChg>
  </pc:docChgLst>
  <pc:docChgLst>
    <pc:chgData name="TS. DR. WAHIDAH BINTI MD SHAH" userId="S::wahidah@utem.edu.my::f5a5ac7e-fd83-4d30-a4f9-faefc7aa47c4" providerId="AD" clId="Web-{5C7ED59D-24D0-467F-A09B-F080E4030A9B}"/>
    <pc:docChg chg="addSld delSld modSld sldOrd">
      <pc:chgData name="TS. DR. WAHIDAH BINTI MD SHAH" userId="S::wahidah@utem.edu.my::f5a5ac7e-fd83-4d30-a4f9-faefc7aa47c4" providerId="AD" clId="Web-{5C7ED59D-24D0-467F-A09B-F080E4030A9B}" dt="2022-02-04T03:59:23.414" v="235" actId="20577"/>
      <pc:docMkLst>
        <pc:docMk/>
      </pc:docMkLst>
      <pc:sldChg chg="modSp">
        <pc:chgData name="TS. DR. WAHIDAH BINTI MD SHAH" userId="S::wahidah@utem.edu.my::f5a5ac7e-fd83-4d30-a4f9-faefc7aa47c4" providerId="AD" clId="Web-{5C7ED59D-24D0-467F-A09B-F080E4030A9B}" dt="2022-02-04T03:38:41.917" v="29" actId="20577"/>
        <pc:sldMkLst>
          <pc:docMk/>
          <pc:sldMk cId="0" sldId="262"/>
        </pc:sldMkLst>
        <pc:spChg chg="mod">
          <ac:chgData name="TS. DR. WAHIDAH BINTI MD SHAH" userId="S::wahidah@utem.edu.my::f5a5ac7e-fd83-4d30-a4f9-faefc7aa47c4" providerId="AD" clId="Web-{5C7ED59D-24D0-467F-A09B-F080E4030A9B}" dt="2022-02-04T03:38:41.917" v="29" actId="20577"/>
          <ac:spMkLst>
            <pc:docMk/>
            <pc:sldMk cId="0" sldId="262"/>
            <ac:spMk id="6" creationId="{00000000-0000-0000-0000-000000000000}"/>
          </ac:spMkLst>
        </pc:spChg>
      </pc:sldChg>
      <pc:sldChg chg="modSp">
        <pc:chgData name="TS. DR. WAHIDAH BINTI MD SHAH" userId="S::wahidah@utem.edu.my::f5a5ac7e-fd83-4d30-a4f9-faefc7aa47c4" providerId="AD" clId="Web-{5C7ED59D-24D0-467F-A09B-F080E4030A9B}" dt="2022-02-04T03:58:41.788" v="227" actId="20577"/>
        <pc:sldMkLst>
          <pc:docMk/>
          <pc:sldMk cId="4256878499" sldId="329"/>
        </pc:sldMkLst>
        <pc:spChg chg="mod">
          <ac:chgData name="TS. DR. WAHIDAH BINTI MD SHAH" userId="S::wahidah@utem.edu.my::f5a5ac7e-fd83-4d30-a4f9-faefc7aa47c4" providerId="AD" clId="Web-{5C7ED59D-24D0-467F-A09B-F080E4030A9B}" dt="2022-02-04T03:58:41.788" v="227" actId="20577"/>
          <ac:spMkLst>
            <pc:docMk/>
            <pc:sldMk cId="4256878499" sldId="329"/>
            <ac:spMk id="2" creationId="{00000000-0000-0000-0000-000000000000}"/>
          </ac:spMkLst>
        </pc:spChg>
      </pc:sldChg>
      <pc:sldChg chg="modSp">
        <pc:chgData name="TS. DR. WAHIDAH BINTI MD SHAH" userId="S::wahidah@utem.edu.my::f5a5ac7e-fd83-4d30-a4f9-faefc7aa47c4" providerId="AD" clId="Web-{5C7ED59D-24D0-467F-A09B-F080E4030A9B}" dt="2022-02-04T03:37:19.212" v="16" actId="20577"/>
        <pc:sldMkLst>
          <pc:docMk/>
          <pc:sldMk cId="3139205191" sldId="340"/>
        </pc:sldMkLst>
        <pc:spChg chg="mod">
          <ac:chgData name="TS. DR. WAHIDAH BINTI MD SHAH" userId="S::wahidah@utem.edu.my::f5a5ac7e-fd83-4d30-a4f9-faefc7aa47c4" providerId="AD" clId="Web-{5C7ED59D-24D0-467F-A09B-F080E4030A9B}" dt="2022-02-04T03:37:19.212" v="16" actId="20577"/>
          <ac:spMkLst>
            <pc:docMk/>
            <pc:sldMk cId="3139205191" sldId="340"/>
            <ac:spMk id="2" creationId="{00000000-0000-0000-0000-000000000000}"/>
          </ac:spMkLst>
        </pc:spChg>
        <pc:spChg chg="mod">
          <ac:chgData name="TS. DR. WAHIDAH BINTI MD SHAH" userId="S::wahidah@utem.edu.my::f5a5ac7e-fd83-4d30-a4f9-faefc7aa47c4" providerId="AD" clId="Web-{5C7ED59D-24D0-467F-A09B-F080E4030A9B}" dt="2022-02-04T03:37:10.290" v="14" actId="20577"/>
          <ac:spMkLst>
            <pc:docMk/>
            <pc:sldMk cId="3139205191" sldId="340"/>
            <ac:spMk id="3" creationId="{00000000-0000-0000-0000-000000000000}"/>
          </ac:spMkLst>
        </pc:spChg>
      </pc:sldChg>
      <pc:sldChg chg="modSp">
        <pc:chgData name="TS. DR. WAHIDAH BINTI MD SHAH" userId="S::wahidah@utem.edu.my::f5a5ac7e-fd83-4d30-a4f9-faefc7aa47c4" providerId="AD" clId="Web-{5C7ED59D-24D0-467F-A09B-F080E4030A9B}" dt="2022-02-04T03:44:48.800" v="92" actId="20577"/>
        <pc:sldMkLst>
          <pc:docMk/>
          <pc:sldMk cId="2955982926" sldId="347"/>
        </pc:sldMkLst>
        <pc:spChg chg="mod">
          <ac:chgData name="TS. DR. WAHIDAH BINTI MD SHAH" userId="S::wahidah@utem.edu.my::f5a5ac7e-fd83-4d30-a4f9-faefc7aa47c4" providerId="AD" clId="Web-{5C7ED59D-24D0-467F-A09B-F080E4030A9B}" dt="2022-02-04T03:40:15.263" v="48" actId="20577"/>
          <ac:spMkLst>
            <pc:docMk/>
            <pc:sldMk cId="2955982926" sldId="347"/>
            <ac:spMk id="12" creationId="{00000000-0000-0000-0000-000000000000}"/>
          </ac:spMkLst>
        </pc:spChg>
        <pc:spChg chg="mod">
          <ac:chgData name="TS. DR. WAHIDAH BINTI MD SHAH" userId="S::wahidah@utem.edu.my::f5a5ac7e-fd83-4d30-a4f9-faefc7aa47c4" providerId="AD" clId="Web-{5C7ED59D-24D0-467F-A09B-F080E4030A9B}" dt="2022-02-04T03:43:26.939" v="76" actId="20577"/>
          <ac:spMkLst>
            <pc:docMk/>
            <pc:sldMk cId="2955982926" sldId="347"/>
            <ac:spMk id="13" creationId="{00000000-0000-0000-0000-000000000000}"/>
          </ac:spMkLst>
        </pc:spChg>
        <pc:spChg chg="mod">
          <ac:chgData name="TS. DR. WAHIDAH BINTI MD SHAH" userId="S::wahidah@utem.edu.my::f5a5ac7e-fd83-4d30-a4f9-faefc7aa47c4" providerId="AD" clId="Web-{5C7ED59D-24D0-467F-A09B-F080E4030A9B}" dt="2022-02-04T03:44:48.800" v="92" actId="20577"/>
          <ac:spMkLst>
            <pc:docMk/>
            <pc:sldMk cId="2955982926" sldId="347"/>
            <ac:spMk id="17" creationId="{00000000-0000-0000-0000-000000000000}"/>
          </ac:spMkLst>
        </pc:spChg>
        <pc:spChg chg="mod">
          <ac:chgData name="TS. DR. WAHIDAH BINTI MD SHAH" userId="S::wahidah@utem.edu.my::f5a5ac7e-fd83-4d30-a4f9-faefc7aa47c4" providerId="AD" clId="Web-{5C7ED59D-24D0-467F-A09B-F080E4030A9B}" dt="2022-02-04T03:43:58.252" v="86" actId="20577"/>
          <ac:spMkLst>
            <pc:docMk/>
            <pc:sldMk cId="2955982926" sldId="347"/>
            <ac:spMk id="20" creationId="{00000000-0000-0000-0000-000000000000}"/>
          </ac:spMkLst>
        </pc:spChg>
        <pc:spChg chg="mod">
          <ac:chgData name="TS. DR. WAHIDAH BINTI MD SHAH" userId="S::wahidah@utem.edu.my::f5a5ac7e-fd83-4d30-a4f9-faefc7aa47c4" providerId="AD" clId="Web-{5C7ED59D-24D0-467F-A09B-F080E4030A9B}" dt="2022-02-04T03:40:32.966" v="51" actId="20577"/>
          <ac:spMkLst>
            <pc:docMk/>
            <pc:sldMk cId="2955982926" sldId="347"/>
            <ac:spMk id="24" creationId="{00000000-0000-0000-0000-000000000000}"/>
          </ac:spMkLst>
        </pc:spChg>
        <pc:spChg chg="mod">
          <ac:chgData name="TS. DR. WAHIDAH BINTI MD SHAH" userId="S::wahidah@utem.edu.my::f5a5ac7e-fd83-4d30-a4f9-faefc7aa47c4" providerId="AD" clId="Web-{5C7ED59D-24D0-467F-A09B-F080E4030A9B}" dt="2022-02-04T03:43:54.533" v="85" actId="20577"/>
          <ac:spMkLst>
            <pc:docMk/>
            <pc:sldMk cId="2955982926" sldId="347"/>
            <ac:spMk id="25" creationId="{00000000-0000-0000-0000-000000000000}"/>
          </ac:spMkLst>
        </pc:spChg>
      </pc:sldChg>
      <pc:sldChg chg="addSp delSp modSp">
        <pc:chgData name="TS. DR. WAHIDAH BINTI MD SHAH" userId="S::wahidah@utem.edu.my::f5a5ac7e-fd83-4d30-a4f9-faefc7aa47c4" providerId="AD" clId="Web-{5C7ED59D-24D0-467F-A09B-F080E4030A9B}" dt="2022-02-04T03:48:46.915" v="150" actId="1076"/>
        <pc:sldMkLst>
          <pc:docMk/>
          <pc:sldMk cId="2399331818" sldId="356"/>
        </pc:sldMkLst>
        <pc:spChg chg="mod">
          <ac:chgData name="TS. DR. WAHIDAH BINTI MD SHAH" userId="S::wahidah@utem.edu.my::f5a5ac7e-fd83-4d30-a4f9-faefc7aa47c4" providerId="AD" clId="Web-{5C7ED59D-24D0-467F-A09B-F080E4030A9B}" dt="2022-02-04T03:48:37.728" v="148" actId="20577"/>
          <ac:spMkLst>
            <pc:docMk/>
            <pc:sldMk cId="2399331818" sldId="356"/>
            <ac:spMk id="3" creationId="{00000000-0000-0000-0000-000000000000}"/>
          </ac:spMkLst>
        </pc:spChg>
        <pc:spChg chg="mod">
          <ac:chgData name="TS. DR. WAHIDAH BINTI MD SHAH" userId="S::wahidah@utem.edu.my::f5a5ac7e-fd83-4d30-a4f9-faefc7aa47c4" providerId="AD" clId="Web-{5C7ED59D-24D0-467F-A09B-F080E4030A9B}" dt="2022-02-04T03:48:46.915" v="150" actId="1076"/>
          <ac:spMkLst>
            <pc:docMk/>
            <pc:sldMk cId="2399331818" sldId="356"/>
            <ac:spMk id="4" creationId="{6D398F34-BC7A-4FB9-A180-209887C5A72B}"/>
          </ac:spMkLst>
        </pc:spChg>
        <pc:spChg chg="mod">
          <ac:chgData name="TS. DR. WAHIDAH BINTI MD SHAH" userId="S::wahidah@utem.edu.my::f5a5ac7e-fd83-4d30-a4f9-faefc7aa47c4" providerId="AD" clId="Web-{5C7ED59D-24D0-467F-A09B-F080E4030A9B}" dt="2022-02-04T03:48:43.243" v="149" actId="1076"/>
          <ac:spMkLst>
            <pc:docMk/>
            <pc:sldMk cId="2399331818" sldId="356"/>
            <ac:spMk id="7" creationId="{A6535401-4DB3-478A-A6EB-A2EB846298D8}"/>
          </ac:spMkLst>
        </pc:spChg>
        <pc:picChg chg="add mod ord">
          <ac:chgData name="TS. DR. WAHIDAH BINTI MD SHAH" userId="S::wahidah@utem.edu.my::f5a5ac7e-fd83-4d30-a4f9-faefc7aa47c4" providerId="AD" clId="Web-{5C7ED59D-24D0-467F-A09B-F080E4030A9B}" dt="2022-02-04T03:48:33.587" v="147" actId="1076"/>
          <ac:picMkLst>
            <pc:docMk/>
            <pc:sldMk cId="2399331818" sldId="356"/>
            <ac:picMk id="5" creationId="{F2E1DC29-3559-451B-A612-275F6EE45633}"/>
          </ac:picMkLst>
        </pc:picChg>
        <pc:picChg chg="del">
          <ac:chgData name="TS. DR. WAHIDAH BINTI MD SHAH" userId="S::wahidah@utem.edu.my::f5a5ac7e-fd83-4d30-a4f9-faefc7aa47c4" providerId="AD" clId="Web-{5C7ED59D-24D0-467F-A09B-F080E4030A9B}" dt="2022-02-04T03:48:14.368" v="142"/>
          <ac:picMkLst>
            <pc:docMk/>
            <pc:sldMk cId="2399331818" sldId="356"/>
            <ac:picMk id="6" creationId="{D3DE11F2-B6BE-41EB-B810-EE6856A6FE21}"/>
          </ac:picMkLst>
        </pc:picChg>
      </pc:sldChg>
      <pc:sldChg chg="modSp">
        <pc:chgData name="TS. DR. WAHIDAH BINTI MD SHAH" userId="S::wahidah@utem.edu.my::f5a5ac7e-fd83-4d30-a4f9-faefc7aa47c4" providerId="AD" clId="Web-{5C7ED59D-24D0-467F-A09B-F080E4030A9B}" dt="2022-02-04T03:39:20.261" v="33" actId="20577"/>
        <pc:sldMkLst>
          <pc:docMk/>
          <pc:sldMk cId="3347398564" sldId="365"/>
        </pc:sldMkLst>
        <pc:spChg chg="mod">
          <ac:chgData name="TS. DR. WAHIDAH BINTI MD SHAH" userId="S::wahidah@utem.edu.my::f5a5ac7e-fd83-4d30-a4f9-faefc7aa47c4" providerId="AD" clId="Web-{5C7ED59D-24D0-467F-A09B-F080E4030A9B}" dt="2022-02-04T03:39:20.261" v="33" actId="20577"/>
          <ac:spMkLst>
            <pc:docMk/>
            <pc:sldMk cId="3347398564" sldId="365"/>
            <ac:spMk id="50" creationId="{F91CC027-4A64-8244-AA99-457F39CEFEC7}"/>
          </ac:spMkLst>
        </pc:spChg>
      </pc:sldChg>
      <pc:sldChg chg="modSp">
        <pc:chgData name="TS. DR. WAHIDAH BINTI MD SHAH" userId="S::wahidah@utem.edu.my::f5a5ac7e-fd83-4d30-a4f9-faefc7aa47c4" providerId="AD" clId="Web-{5C7ED59D-24D0-467F-A09B-F080E4030A9B}" dt="2022-02-04T03:46:57.710" v="141"/>
        <pc:sldMkLst>
          <pc:docMk/>
          <pc:sldMk cId="2470836894" sldId="370"/>
        </pc:sldMkLst>
        <pc:graphicFrameChg chg="mod modGraphic">
          <ac:chgData name="TS. DR. WAHIDAH BINTI MD SHAH" userId="S::wahidah@utem.edu.my::f5a5ac7e-fd83-4d30-a4f9-faefc7aa47c4" providerId="AD" clId="Web-{5C7ED59D-24D0-467F-A09B-F080E4030A9B}" dt="2022-02-04T03:46:57.710" v="141"/>
          <ac:graphicFrameMkLst>
            <pc:docMk/>
            <pc:sldMk cId="2470836894" sldId="370"/>
            <ac:graphicFrameMk id="4" creationId="{00000000-0000-0000-0000-000000000000}"/>
          </ac:graphicFrameMkLst>
        </pc:graphicFrameChg>
      </pc:sldChg>
      <pc:sldChg chg="modSp">
        <pc:chgData name="TS. DR. WAHIDAH BINTI MD SHAH" userId="S::wahidah@utem.edu.my::f5a5ac7e-fd83-4d30-a4f9-faefc7aa47c4" providerId="AD" clId="Web-{5C7ED59D-24D0-467F-A09B-F080E4030A9B}" dt="2022-02-04T03:59:23.414" v="235" actId="20577"/>
        <pc:sldMkLst>
          <pc:docMk/>
          <pc:sldMk cId="1901554158" sldId="376"/>
        </pc:sldMkLst>
        <pc:spChg chg="mod">
          <ac:chgData name="TS. DR. WAHIDAH BINTI MD SHAH" userId="S::wahidah@utem.edu.my::f5a5ac7e-fd83-4d30-a4f9-faefc7aa47c4" providerId="AD" clId="Web-{5C7ED59D-24D0-467F-A09B-F080E4030A9B}" dt="2022-02-04T03:59:23.414" v="235" actId="20577"/>
          <ac:spMkLst>
            <pc:docMk/>
            <pc:sldMk cId="1901554158" sldId="376"/>
            <ac:spMk id="11" creationId="{F2004D4E-728E-4AF7-B22F-CC10E5CEF7BD}"/>
          </ac:spMkLst>
        </pc:spChg>
      </pc:sldChg>
      <pc:sldChg chg="modSp ord">
        <pc:chgData name="TS. DR. WAHIDAH BINTI MD SHAH" userId="S::wahidah@utem.edu.my::f5a5ac7e-fd83-4d30-a4f9-faefc7aa47c4" providerId="AD" clId="Web-{5C7ED59D-24D0-467F-A09B-F080E4030A9B}" dt="2022-02-04T03:57:54.052" v="216" actId="20577"/>
        <pc:sldMkLst>
          <pc:docMk/>
          <pc:sldMk cId="671765827" sldId="377"/>
        </pc:sldMkLst>
        <pc:graphicFrameChg chg="modGraphic">
          <ac:chgData name="TS. DR. WAHIDAH BINTI MD SHAH" userId="S::wahidah@utem.edu.my::f5a5ac7e-fd83-4d30-a4f9-faefc7aa47c4" providerId="AD" clId="Web-{5C7ED59D-24D0-467F-A09B-F080E4030A9B}" dt="2022-02-04T03:57:54.052" v="216" actId="20577"/>
          <ac:graphicFrameMkLst>
            <pc:docMk/>
            <pc:sldMk cId="671765827" sldId="377"/>
            <ac:graphicFrameMk id="8" creationId="{A1D10F2C-A1BA-4F6A-B3E4-E3F5D22AC723}"/>
          </ac:graphicFrameMkLst>
        </pc:graphicFrameChg>
      </pc:sldChg>
      <pc:sldChg chg="ord">
        <pc:chgData name="TS. DR. WAHIDAH BINTI MD SHAH" userId="S::wahidah@utem.edu.my::f5a5ac7e-fd83-4d30-a4f9-faefc7aa47c4" providerId="AD" clId="Web-{5C7ED59D-24D0-467F-A09B-F080E4030A9B}" dt="2022-02-04T03:54:19.188" v="151"/>
        <pc:sldMkLst>
          <pc:docMk/>
          <pc:sldMk cId="3934757070" sldId="408"/>
        </pc:sldMkLst>
      </pc:sldChg>
      <pc:sldChg chg="addSp delSp modSp add ord replId">
        <pc:chgData name="TS. DR. WAHIDAH BINTI MD SHAH" userId="S::wahidah@utem.edu.my::f5a5ac7e-fd83-4d30-a4f9-faefc7aa47c4" providerId="AD" clId="Web-{5C7ED59D-24D0-467F-A09B-F080E4030A9B}" dt="2022-02-04T03:57:11.567" v="206" actId="20577"/>
        <pc:sldMkLst>
          <pc:docMk/>
          <pc:sldMk cId="38648321" sldId="409"/>
        </pc:sldMkLst>
        <pc:spChg chg="del">
          <ac:chgData name="TS. DR. WAHIDAH BINTI MD SHAH" userId="S::wahidah@utem.edu.my::f5a5ac7e-fd83-4d30-a4f9-faefc7aa47c4" providerId="AD" clId="Web-{5C7ED59D-24D0-467F-A09B-F080E4030A9B}" dt="2022-02-04T03:56:05.378" v="174"/>
          <ac:spMkLst>
            <pc:docMk/>
            <pc:sldMk cId="38648321" sldId="409"/>
            <ac:spMk id="2" creationId="{00000000-0000-0000-0000-000000000000}"/>
          </ac:spMkLst>
        </pc:spChg>
        <pc:spChg chg="mod">
          <ac:chgData name="TS. DR. WAHIDAH BINTI MD SHAH" userId="S::wahidah@utem.edu.my::f5a5ac7e-fd83-4d30-a4f9-faefc7aa47c4" providerId="AD" clId="Web-{5C7ED59D-24D0-467F-A09B-F080E4030A9B}" dt="2022-02-04T03:57:11.567" v="206" actId="20577"/>
          <ac:spMkLst>
            <pc:docMk/>
            <pc:sldMk cId="38648321" sldId="409"/>
            <ac:spMk id="3" creationId="{00000000-0000-0000-0000-000000000000}"/>
          </ac:spMkLst>
        </pc:spChg>
        <pc:spChg chg="add del mod">
          <ac:chgData name="TS. DR. WAHIDAH BINTI MD SHAH" userId="S::wahidah@utem.edu.my::f5a5ac7e-fd83-4d30-a4f9-faefc7aa47c4" providerId="AD" clId="Web-{5C7ED59D-24D0-467F-A09B-F080E4030A9B}" dt="2022-02-04T03:56:08.550" v="175"/>
          <ac:spMkLst>
            <pc:docMk/>
            <pc:sldMk cId="38648321" sldId="409"/>
            <ac:spMk id="5" creationId="{AE453515-6F8E-4EFF-A006-8279CEEB7B70}"/>
          </ac:spMkLst>
        </pc:spChg>
      </pc:sldChg>
      <pc:sldChg chg="new del ord">
        <pc:chgData name="TS. DR. WAHIDAH BINTI MD SHAH" userId="S::wahidah@utem.edu.my::f5a5ac7e-fd83-4d30-a4f9-faefc7aa47c4" providerId="AD" clId="Web-{5C7ED59D-24D0-467F-A09B-F080E4030A9B}" dt="2022-02-04T03:54:42.423" v="155"/>
        <pc:sldMkLst>
          <pc:docMk/>
          <pc:sldMk cId="2596659421" sldId="409"/>
        </pc:sldMkLst>
      </pc:sldChg>
      <pc:sldChg chg="delSp new del">
        <pc:chgData name="TS. DR. WAHIDAH BINTI MD SHAH" userId="S::wahidah@utem.edu.my::f5a5ac7e-fd83-4d30-a4f9-faefc7aa47c4" providerId="AD" clId="Web-{5C7ED59D-24D0-467F-A09B-F080E4030A9B}" dt="2022-02-04T03:54:59.517" v="157"/>
        <pc:sldMkLst>
          <pc:docMk/>
          <pc:sldMk cId="120127301" sldId="410"/>
        </pc:sldMkLst>
        <pc:spChg chg="del">
          <ac:chgData name="TS. DR. WAHIDAH BINTI MD SHAH" userId="S::wahidah@utem.edu.my::f5a5ac7e-fd83-4d30-a4f9-faefc7aa47c4" providerId="AD" clId="Web-{5C7ED59D-24D0-467F-A09B-F080E4030A9B}" dt="2022-02-04T03:54:57.314" v="156"/>
          <ac:spMkLst>
            <pc:docMk/>
            <pc:sldMk cId="120127301" sldId="410"/>
            <ac:spMk id="3" creationId="{12F164F3-DABB-4A89-832C-1C99B6B6D430}"/>
          </ac:spMkLst>
        </pc:spChg>
      </pc:sldChg>
    </pc:docChg>
  </pc:docChgLst>
</pc:chgInfo>
</file>

<file path=ppt/diagrams/_rels/data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05/8/colors/accent6_1#1">
  <dgm:title val=""/>
  <dgm:desc val=""/>
  <dgm:catLst>
    <dgm:cat type="accent6" pri="11100"/>
  </dgm:catLst>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F08424-813A-43A0-9179-6BA0CDF0945F}" type="doc">
      <dgm:prSet loTypeId="urn:microsoft.com/office/officeart/2005/8/layout/default#1" loCatId="list" qsTypeId="urn:microsoft.com/office/officeart/2005/8/quickstyle/simple1#2" qsCatId="simple" csTypeId="urn:microsoft.com/office/officeart/2005/8/colors/accent6_1#1" csCatId="accent6" phldr="1"/>
      <dgm:spPr/>
      <dgm:t>
        <a:bodyPr/>
        <a:lstStyle/>
        <a:p>
          <a:endParaRPr lang="en-MY"/>
        </a:p>
      </dgm:t>
    </dgm:pt>
    <dgm:pt modelId="{4BF1F146-E00F-4638-B946-94D98303590E}">
      <dgm:prSet phldrT="[Text]"/>
      <dgm:spPr>
        <a:ln w="38100"/>
      </dgm:spPr>
      <dgm:t>
        <a:bodyPr/>
        <a:lstStyle/>
        <a:p>
          <a:pPr rtl="0"/>
          <a:r>
            <a:rPr lang="en-US" b="1">
              <a:latin typeface="Calibri"/>
              <a:cs typeface="Calibri"/>
            </a:rPr>
            <a:t>BITU 3926 </a:t>
          </a:r>
          <a:br>
            <a:rPr lang="en-US" b="1">
              <a:latin typeface="Calibri"/>
              <a:cs typeface="Calibri"/>
            </a:rPr>
          </a:br>
          <a:r>
            <a:rPr lang="en-US" b="1">
              <a:latin typeface="Calibri"/>
              <a:cs typeface="Calibri"/>
            </a:rPr>
            <a:t>Industrial Training</a:t>
          </a:r>
        </a:p>
      </dgm:t>
    </dgm:pt>
    <dgm:pt modelId="{2562E945-3D4E-4A08-A2CC-662AF08E1F46}" type="parTrans" cxnId="{1B007A31-BADB-415B-8BBA-0A8D97AFB664}">
      <dgm:prSet/>
      <dgm:spPr/>
      <dgm:t>
        <a:bodyPr/>
        <a:lstStyle/>
        <a:p>
          <a:endParaRPr lang="en-MY"/>
        </a:p>
      </dgm:t>
    </dgm:pt>
    <dgm:pt modelId="{C9973F4E-4496-4D13-805D-762280162B5E}" type="sibTrans" cxnId="{1B007A31-BADB-415B-8BBA-0A8D97AFB664}">
      <dgm:prSet/>
      <dgm:spPr/>
      <dgm:t>
        <a:bodyPr/>
        <a:lstStyle/>
        <a:p>
          <a:endParaRPr lang="en-MY"/>
        </a:p>
      </dgm:t>
    </dgm:pt>
    <dgm:pt modelId="{F5618C1C-9DAF-4826-B929-0269E4D30381}">
      <dgm:prSet phldrT="[Text]"/>
      <dgm:spPr>
        <a:ln w="38100"/>
      </dgm:spPr>
      <dgm:t>
        <a:bodyPr/>
        <a:lstStyle/>
        <a:p>
          <a:r>
            <a:rPr lang="en-MY">
              <a:latin typeface="Calibri"/>
              <a:cs typeface="Calibri"/>
            </a:rPr>
            <a:t>6 credits</a:t>
          </a:r>
        </a:p>
      </dgm:t>
    </dgm:pt>
    <dgm:pt modelId="{600DAA93-14E2-4F3B-B644-9DEC7F1DA0AD}" type="parTrans" cxnId="{9CBAE2F7-6825-4569-ABB3-1982B2368457}">
      <dgm:prSet/>
      <dgm:spPr/>
      <dgm:t>
        <a:bodyPr/>
        <a:lstStyle/>
        <a:p>
          <a:endParaRPr lang="en-MY"/>
        </a:p>
      </dgm:t>
    </dgm:pt>
    <dgm:pt modelId="{8D492091-788C-4BAB-A546-B03E148BF7A3}" type="sibTrans" cxnId="{9CBAE2F7-6825-4569-ABB3-1982B2368457}">
      <dgm:prSet/>
      <dgm:spPr/>
      <dgm:t>
        <a:bodyPr/>
        <a:lstStyle/>
        <a:p>
          <a:endParaRPr lang="en-MY"/>
        </a:p>
      </dgm:t>
    </dgm:pt>
    <dgm:pt modelId="{7D38D12E-ED54-4584-936E-1925C19C442C}">
      <dgm:prSet phldrT="[Text]"/>
      <dgm:spPr>
        <a:ln w="38100"/>
      </dgm:spPr>
      <dgm:t>
        <a:bodyPr/>
        <a:lstStyle/>
        <a:p>
          <a:r>
            <a:rPr lang="en-MY">
              <a:latin typeface="Calibri"/>
              <a:cs typeface="Calibri"/>
            </a:rPr>
            <a:t>Pass/Fail</a:t>
          </a:r>
        </a:p>
      </dgm:t>
    </dgm:pt>
    <dgm:pt modelId="{B7B9BBF6-AD37-428D-BEF6-0B53DA1A12BA}" type="parTrans" cxnId="{A1116AA5-8FAB-486E-80FB-82A1CD795F9B}">
      <dgm:prSet/>
      <dgm:spPr/>
      <dgm:t>
        <a:bodyPr/>
        <a:lstStyle/>
        <a:p>
          <a:endParaRPr lang="en-MY"/>
        </a:p>
      </dgm:t>
    </dgm:pt>
    <dgm:pt modelId="{23129C6F-ECFC-45F6-8CCA-5F2A0BD15FA7}" type="sibTrans" cxnId="{A1116AA5-8FAB-486E-80FB-82A1CD795F9B}">
      <dgm:prSet/>
      <dgm:spPr/>
      <dgm:t>
        <a:bodyPr/>
        <a:lstStyle/>
        <a:p>
          <a:endParaRPr lang="en-MY"/>
        </a:p>
      </dgm:t>
    </dgm:pt>
    <dgm:pt modelId="{26296CC0-CD05-47A3-8BBF-402141C9CCAE}">
      <dgm:prSet phldrT="[Text]"/>
      <dgm:spPr>
        <a:ln w="38100"/>
      </dgm:spPr>
      <dgm:t>
        <a:bodyPr/>
        <a:lstStyle/>
        <a:p>
          <a:pPr rtl="0"/>
          <a:r>
            <a:rPr lang="en-US" b="1">
              <a:latin typeface="Calibri"/>
              <a:cs typeface="Calibri"/>
            </a:rPr>
            <a:t>BITU 3946 Industrial Training Report</a:t>
          </a:r>
          <a:endParaRPr lang="en-MY">
            <a:latin typeface="Calibri" panose="020F0502020204030204" pitchFamily="34" charset="0"/>
          </a:endParaRPr>
        </a:p>
      </dgm:t>
    </dgm:pt>
    <dgm:pt modelId="{5AE85455-532F-423A-84D7-E0AD39A1DA5D}" type="parTrans" cxnId="{9EE9F591-3DE1-409F-8EFA-3A81112FCC02}">
      <dgm:prSet/>
      <dgm:spPr/>
      <dgm:t>
        <a:bodyPr/>
        <a:lstStyle/>
        <a:p>
          <a:endParaRPr lang="en-MY"/>
        </a:p>
      </dgm:t>
    </dgm:pt>
    <dgm:pt modelId="{04839F5B-2B16-4C7D-BC8F-AA6401A32AFB}" type="sibTrans" cxnId="{9EE9F591-3DE1-409F-8EFA-3A81112FCC02}">
      <dgm:prSet/>
      <dgm:spPr/>
      <dgm:t>
        <a:bodyPr/>
        <a:lstStyle/>
        <a:p>
          <a:endParaRPr lang="en-MY"/>
        </a:p>
      </dgm:t>
    </dgm:pt>
    <dgm:pt modelId="{2ABE61B3-7ADD-438B-91B1-84ACCDA21555}">
      <dgm:prSet phldrT="[Text]"/>
      <dgm:spPr>
        <a:ln w="38100"/>
      </dgm:spPr>
      <dgm:t>
        <a:bodyPr/>
        <a:lstStyle/>
        <a:p>
          <a:r>
            <a:rPr lang="en-MY">
              <a:latin typeface="Calibri"/>
              <a:cs typeface="Calibri"/>
            </a:rPr>
            <a:t>6 credits</a:t>
          </a:r>
        </a:p>
      </dgm:t>
    </dgm:pt>
    <dgm:pt modelId="{C08F41CC-8FB7-4FB5-A6B8-16DE1F3C09C5}" type="parTrans" cxnId="{7A0D3EC3-52F2-4EA0-BBC7-B83BA759F9C2}">
      <dgm:prSet/>
      <dgm:spPr/>
      <dgm:t>
        <a:bodyPr/>
        <a:lstStyle/>
        <a:p>
          <a:endParaRPr lang="en-MY"/>
        </a:p>
      </dgm:t>
    </dgm:pt>
    <dgm:pt modelId="{7D528A04-13D8-4286-BF78-027019AE4638}" type="sibTrans" cxnId="{7A0D3EC3-52F2-4EA0-BBC7-B83BA759F9C2}">
      <dgm:prSet/>
      <dgm:spPr/>
      <dgm:t>
        <a:bodyPr/>
        <a:lstStyle/>
        <a:p>
          <a:endParaRPr lang="en-MY"/>
        </a:p>
      </dgm:t>
    </dgm:pt>
    <dgm:pt modelId="{20933F40-99A5-44BB-8CF3-39238BDA9692}">
      <dgm:prSet phldrT="[Text]"/>
      <dgm:spPr>
        <a:ln w="38100"/>
      </dgm:spPr>
      <dgm:t>
        <a:bodyPr/>
        <a:lstStyle/>
        <a:p>
          <a:r>
            <a:rPr lang="en-MY">
              <a:latin typeface="Calibri"/>
              <a:cs typeface="Calibri"/>
            </a:rPr>
            <a:t>Grading: A - E</a:t>
          </a:r>
        </a:p>
      </dgm:t>
    </dgm:pt>
    <dgm:pt modelId="{5320A954-043A-48A9-9BFA-826120D3F157}" type="parTrans" cxnId="{BD35A47E-873E-454E-BCFC-76443B4457A9}">
      <dgm:prSet/>
      <dgm:spPr/>
      <dgm:t>
        <a:bodyPr/>
        <a:lstStyle/>
        <a:p>
          <a:endParaRPr lang="en-MY"/>
        </a:p>
      </dgm:t>
    </dgm:pt>
    <dgm:pt modelId="{30DE33C7-26B0-4A09-98DF-2E6DC212D24A}" type="sibTrans" cxnId="{BD35A47E-873E-454E-BCFC-76443B4457A9}">
      <dgm:prSet/>
      <dgm:spPr/>
      <dgm:t>
        <a:bodyPr/>
        <a:lstStyle/>
        <a:p>
          <a:endParaRPr lang="en-MY"/>
        </a:p>
      </dgm:t>
    </dgm:pt>
    <dgm:pt modelId="{BF58CCEA-5963-4A97-BE54-2311C7B01DEA}" type="pres">
      <dgm:prSet presAssocID="{4CF08424-813A-43A0-9179-6BA0CDF0945F}" presName="diagram" presStyleCnt="0">
        <dgm:presLayoutVars>
          <dgm:dir/>
          <dgm:resizeHandles val="exact"/>
        </dgm:presLayoutVars>
      </dgm:prSet>
      <dgm:spPr/>
    </dgm:pt>
    <dgm:pt modelId="{D14F8866-01FD-4A5A-AB5C-B263EA750F20}" type="pres">
      <dgm:prSet presAssocID="{4BF1F146-E00F-4638-B946-94D98303590E}" presName="node" presStyleLbl="node1" presStyleIdx="0" presStyleCnt="2" custLinFactNeighborX="2657" custLinFactNeighborY="140">
        <dgm:presLayoutVars>
          <dgm:bulletEnabled val="1"/>
        </dgm:presLayoutVars>
      </dgm:prSet>
      <dgm:spPr/>
    </dgm:pt>
    <dgm:pt modelId="{C67351E0-DA0B-4C86-A392-18F81E2B4C96}" type="pres">
      <dgm:prSet presAssocID="{C9973F4E-4496-4D13-805D-762280162B5E}" presName="sibTrans" presStyleCnt="0"/>
      <dgm:spPr/>
    </dgm:pt>
    <dgm:pt modelId="{BF4F4087-2C4F-43A7-BA47-637A5C30DC97}" type="pres">
      <dgm:prSet presAssocID="{26296CC0-CD05-47A3-8BBF-402141C9CCAE}" presName="node" presStyleLbl="node1" presStyleIdx="1" presStyleCnt="2" custLinFactNeighborX="4406" custLinFactNeighborY="96">
        <dgm:presLayoutVars>
          <dgm:bulletEnabled val="1"/>
        </dgm:presLayoutVars>
      </dgm:prSet>
      <dgm:spPr/>
    </dgm:pt>
  </dgm:ptLst>
  <dgm:cxnLst>
    <dgm:cxn modelId="{142E5709-1DE6-46A0-9F01-369704328750}" type="presOf" srcId="{2ABE61B3-7ADD-438B-91B1-84ACCDA21555}" destId="{BF4F4087-2C4F-43A7-BA47-637A5C30DC97}" srcOrd="0" destOrd="1" presId="urn:microsoft.com/office/officeart/2005/8/layout/default#1"/>
    <dgm:cxn modelId="{1B007A31-BADB-415B-8BBA-0A8D97AFB664}" srcId="{4CF08424-813A-43A0-9179-6BA0CDF0945F}" destId="{4BF1F146-E00F-4638-B946-94D98303590E}" srcOrd="0" destOrd="0" parTransId="{2562E945-3D4E-4A08-A2CC-662AF08E1F46}" sibTransId="{C9973F4E-4496-4D13-805D-762280162B5E}"/>
    <dgm:cxn modelId="{3DBE345D-CC09-49C3-BC04-36728DE8CF2A}" type="presOf" srcId="{20933F40-99A5-44BB-8CF3-39238BDA9692}" destId="{BF4F4087-2C4F-43A7-BA47-637A5C30DC97}" srcOrd="0" destOrd="2" presId="urn:microsoft.com/office/officeart/2005/8/layout/default#1"/>
    <dgm:cxn modelId="{BD35A47E-873E-454E-BCFC-76443B4457A9}" srcId="{26296CC0-CD05-47A3-8BBF-402141C9CCAE}" destId="{20933F40-99A5-44BB-8CF3-39238BDA9692}" srcOrd="1" destOrd="0" parTransId="{5320A954-043A-48A9-9BFA-826120D3F157}" sibTransId="{30DE33C7-26B0-4A09-98DF-2E6DC212D24A}"/>
    <dgm:cxn modelId="{A0797D8C-920D-4B1E-82BB-C15797AA7E9E}" type="presOf" srcId="{4BF1F146-E00F-4638-B946-94D98303590E}" destId="{D14F8866-01FD-4A5A-AB5C-B263EA750F20}" srcOrd="0" destOrd="0" presId="urn:microsoft.com/office/officeart/2005/8/layout/default#1"/>
    <dgm:cxn modelId="{9EE9F591-3DE1-409F-8EFA-3A81112FCC02}" srcId="{4CF08424-813A-43A0-9179-6BA0CDF0945F}" destId="{26296CC0-CD05-47A3-8BBF-402141C9CCAE}" srcOrd="1" destOrd="0" parTransId="{5AE85455-532F-423A-84D7-E0AD39A1DA5D}" sibTransId="{04839F5B-2B16-4C7D-BC8F-AA6401A32AFB}"/>
    <dgm:cxn modelId="{A1116AA5-8FAB-486E-80FB-82A1CD795F9B}" srcId="{4BF1F146-E00F-4638-B946-94D98303590E}" destId="{7D38D12E-ED54-4584-936E-1925C19C442C}" srcOrd="1" destOrd="0" parTransId="{B7B9BBF6-AD37-428D-BEF6-0B53DA1A12BA}" sibTransId="{23129C6F-ECFC-45F6-8CCA-5F2A0BD15FA7}"/>
    <dgm:cxn modelId="{9C26FAAB-D266-4AA4-A948-C73211BBF693}" type="presOf" srcId="{4CF08424-813A-43A0-9179-6BA0CDF0945F}" destId="{BF58CCEA-5963-4A97-BE54-2311C7B01DEA}" srcOrd="0" destOrd="0" presId="urn:microsoft.com/office/officeart/2005/8/layout/default#1"/>
    <dgm:cxn modelId="{91BEB6B5-2C2E-4C2E-8DBF-86F118A7764D}" type="presOf" srcId="{7D38D12E-ED54-4584-936E-1925C19C442C}" destId="{D14F8866-01FD-4A5A-AB5C-B263EA750F20}" srcOrd="0" destOrd="2" presId="urn:microsoft.com/office/officeart/2005/8/layout/default#1"/>
    <dgm:cxn modelId="{7A0D3EC3-52F2-4EA0-BBC7-B83BA759F9C2}" srcId="{26296CC0-CD05-47A3-8BBF-402141C9CCAE}" destId="{2ABE61B3-7ADD-438B-91B1-84ACCDA21555}" srcOrd="0" destOrd="0" parTransId="{C08F41CC-8FB7-4FB5-A6B8-16DE1F3C09C5}" sibTransId="{7D528A04-13D8-4286-BF78-027019AE4638}"/>
    <dgm:cxn modelId="{A04A87CA-7BD8-4919-B857-9FA17299459B}" type="presOf" srcId="{26296CC0-CD05-47A3-8BBF-402141C9CCAE}" destId="{BF4F4087-2C4F-43A7-BA47-637A5C30DC97}" srcOrd="0" destOrd="0" presId="urn:microsoft.com/office/officeart/2005/8/layout/default#1"/>
    <dgm:cxn modelId="{9CBAE2F7-6825-4569-ABB3-1982B2368457}" srcId="{4BF1F146-E00F-4638-B946-94D98303590E}" destId="{F5618C1C-9DAF-4826-B929-0269E4D30381}" srcOrd="0" destOrd="0" parTransId="{600DAA93-14E2-4F3B-B644-9DEC7F1DA0AD}" sibTransId="{8D492091-788C-4BAB-A546-B03E148BF7A3}"/>
    <dgm:cxn modelId="{654A26F8-DBC4-4BE2-B050-CFA8E565A493}" type="presOf" srcId="{F5618C1C-9DAF-4826-B929-0269E4D30381}" destId="{D14F8866-01FD-4A5A-AB5C-B263EA750F20}" srcOrd="0" destOrd="1" presId="urn:microsoft.com/office/officeart/2005/8/layout/default#1"/>
    <dgm:cxn modelId="{74015358-ED44-4F35-9703-E7A6B0910020}" type="presParOf" srcId="{BF58CCEA-5963-4A97-BE54-2311C7B01DEA}" destId="{D14F8866-01FD-4A5A-AB5C-B263EA750F20}" srcOrd="0" destOrd="0" presId="urn:microsoft.com/office/officeart/2005/8/layout/default#1"/>
    <dgm:cxn modelId="{FE92EFE0-C67C-4F01-A013-DD3997B6E723}" type="presParOf" srcId="{BF58CCEA-5963-4A97-BE54-2311C7B01DEA}" destId="{C67351E0-DA0B-4C86-A392-18F81E2B4C96}" srcOrd="1" destOrd="0" presId="urn:microsoft.com/office/officeart/2005/8/layout/default#1"/>
    <dgm:cxn modelId="{FB957BF5-1B99-43F8-BFB6-5BCC73D95686}" type="presParOf" srcId="{BF58CCEA-5963-4A97-BE54-2311C7B01DEA}" destId="{BF4F4087-2C4F-43A7-BA47-637A5C30DC97}" srcOrd="2" destOrd="0" presId="urn:microsoft.com/office/officeart/2005/8/layout/defaul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2B52C9-4CDF-4EDB-A8B9-7F9CF4ED88E1}"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13FE489F-C5E7-4BC2-8FB3-2836C1D89DF0}">
      <dgm:prSet/>
      <dgm:spPr/>
      <dgm:t>
        <a:bodyPr/>
        <a:lstStyle/>
        <a:p>
          <a:pPr rtl="0"/>
          <a:r>
            <a:rPr lang="en-US" dirty="0"/>
            <a:t>1. Get the reply form from the company (with </a:t>
          </a:r>
          <a:r>
            <a:rPr lang="en-US" b="1" dirty="0"/>
            <a:t>IT related job scope</a:t>
          </a:r>
          <a:r>
            <a:rPr lang="en-US" b="1" dirty="0">
              <a:latin typeface="Corbel" panose="020B0503020204020204"/>
            </a:rPr>
            <a:t> and agreed upon the working days and hours</a:t>
          </a:r>
          <a:r>
            <a:rPr lang="en-US" dirty="0">
              <a:latin typeface="Corbel" panose="020B0503020204020204"/>
            </a:rPr>
            <a:t>).</a:t>
          </a:r>
          <a:endParaRPr lang="en-US" dirty="0"/>
        </a:p>
      </dgm:t>
    </dgm:pt>
    <dgm:pt modelId="{CA1C983C-4A6A-4037-BAEC-6E3DDC22F309}" type="parTrans" cxnId="{CF2A4F51-BD74-4567-9C01-AA6169AB4FB3}">
      <dgm:prSet/>
      <dgm:spPr/>
      <dgm:t>
        <a:bodyPr/>
        <a:lstStyle/>
        <a:p>
          <a:endParaRPr lang="en-US"/>
        </a:p>
      </dgm:t>
    </dgm:pt>
    <dgm:pt modelId="{C0C20205-A5A6-4C01-9C68-A732825BC32B}" type="sibTrans" cxnId="{CF2A4F51-BD74-4567-9C01-AA6169AB4FB3}">
      <dgm:prSet/>
      <dgm:spPr/>
      <dgm:t>
        <a:bodyPr/>
        <a:lstStyle/>
        <a:p>
          <a:endParaRPr lang="en-US"/>
        </a:p>
      </dgm:t>
    </dgm:pt>
    <dgm:pt modelId="{8887F633-A6CF-4AC0-BCCC-9956BA7D307B}">
      <dgm:prSet/>
      <dgm:spPr/>
      <dgm:t>
        <a:bodyPr/>
        <a:lstStyle/>
        <a:p>
          <a:pPr rtl="0"/>
          <a:r>
            <a:rPr lang="en-US" dirty="0"/>
            <a:t>2. </a:t>
          </a:r>
          <a:r>
            <a:rPr lang="en-US" b="1" dirty="0">
              <a:latin typeface="Corbel" panose="020B0503020204020204"/>
            </a:rPr>
            <a:t>Decide ONE company </a:t>
          </a:r>
          <a:r>
            <a:rPr lang="en-US" dirty="0">
              <a:latin typeface="Corbel" panose="020B0503020204020204"/>
            </a:rPr>
            <a:t>for LI.</a:t>
          </a:r>
          <a:endParaRPr lang="en-US" dirty="0"/>
        </a:p>
      </dgm:t>
    </dgm:pt>
    <dgm:pt modelId="{54842266-5EDD-4A81-9AE2-2743F4ADC924}" type="parTrans" cxnId="{91E96A2B-BCA6-456C-8D15-644C37E7335B}">
      <dgm:prSet/>
      <dgm:spPr/>
      <dgm:t>
        <a:bodyPr/>
        <a:lstStyle/>
        <a:p>
          <a:endParaRPr lang="en-US"/>
        </a:p>
      </dgm:t>
    </dgm:pt>
    <dgm:pt modelId="{AF77F34B-69FE-4E40-B575-90DEC51BB88A}" type="sibTrans" cxnId="{91E96A2B-BCA6-456C-8D15-644C37E7335B}">
      <dgm:prSet/>
      <dgm:spPr/>
      <dgm:t>
        <a:bodyPr/>
        <a:lstStyle/>
        <a:p>
          <a:endParaRPr lang="en-US"/>
        </a:p>
      </dgm:t>
    </dgm:pt>
    <dgm:pt modelId="{C06936CB-B427-4F75-AC70-8CDC2046F885}">
      <dgm:prSet phldr="0"/>
      <dgm:spPr/>
      <dgm:t>
        <a:bodyPr/>
        <a:lstStyle/>
        <a:p>
          <a:pPr rtl="0"/>
          <a:r>
            <a:rPr lang="en-US" b="1">
              <a:solidFill>
                <a:srgbClr val="FF0000"/>
              </a:solidFill>
              <a:latin typeface="Corbel" panose="020B0503020204020204"/>
            </a:rPr>
            <a:t>3. Reject other offers and send the rejection letters to the companies.</a:t>
          </a:r>
        </a:p>
      </dgm:t>
    </dgm:pt>
    <dgm:pt modelId="{592C769B-F0B5-4B1E-8B63-7B98BE044664}" type="parTrans" cxnId="{8F2107FC-AF76-4BF0-BCEF-81E60B56B818}">
      <dgm:prSet/>
      <dgm:spPr/>
      <dgm:t>
        <a:bodyPr/>
        <a:lstStyle/>
        <a:p>
          <a:endParaRPr lang="en-US"/>
        </a:p>
      </dgm:t>
    </dgm:pt>
    <dgm:pt modelId="{CABD6AF5-EA28-4B33-AF29-DFAB889E96D3}" type="sibTrans" cxnId="{8F2107FC-AF76-4BF0-BCEF-81E60B56B818}">
      <dgm:prSet/>
      <dgm:spPr/>
      <dgm:t>
        <a:bodyPr/>
        <a:lstStyle/>
        <a:p>
          <a:endParaRPr lang="en-US"/>
        </a:p>
      </dgm:t>
    </dgm:pt>
    <dgm:pt modelId="{EBAC6A8D-3EDC-4078-AF3A-D78109F8EFA0}">
      <dgm:prSet phldr="0"/>
      <dgm:spPr/>
      <dgm:t>
        <a:bodyPr/>
        <a:lstStyle/>
        <a:p>
          <a:pPr rtl="0"/>
          <a:r>
            <a:rPr lang="en-US">
              <a:latin typeface="Corbel" panose="020B0503020204020204"/>
            </a:rPr>
            <a:t>4. Accept the offer from the selected company for LI and send Acceptance Letter.</a:t>
          </a:r>
        </a:p>
      </dgm:t>
    </dgm:pt>
    <dgm:pt modelId="{AD84E7C5-49C3-412D-B1A4-8AF1207B5D01}" type="parTrans" cxnId="{64F725C1-CFD5-4C17-81F9-4EF93F69FBE1}">
      <dgm:prSet/>
      <dgm:spPr/>
      <dgm:t>
        <a:bodyPr/>
        <a:lstStyle/>
        <a:p>
          <a:endParaRPr lang="en-US"/>
        </a:p>
      </dgm:t>
    </dgm:pt>
    <dgm:pt modelId="{ADA5BF74-EBA6-461F-934C-FCB816180982}" type="sibTrans" cxnId="{64F725C1-CFD5-4C17-81F9-4EF93F69FBE1}">
      <dgm:prSet/>
      <dgm:spPr/>
      <dgm:t>
        <a:bodyPr/>
        <a:lstStyle/>
        <a:p>
          <a:endParaRPr lang="en-US"/>
        </a:p>
      </dgm:t>
    </dgm:pt>
    <dgm:pt modelId="{FBCAC8FF-E44F-42C5-91F2-3C1862DC4FE5}">
      <dgm:prSet phldr="0"/>
      <dgm:spPr/>
      <dgm:t>
        <a:bodyPr/>
        <a:lstStyle/>
        <a:p>
          <a:pPr rtl="0"/>
          <a:r>
            <a:rPr lang="en-US">
              <a:latin typeface="Corbel" panose="020B0503020204020204"/>
            </a:rPr>
            <a:t>5. If meet minimum requirement, PIC will approve LI. Otherwise, cancel LI (contact company for cancellation).</a:t>
          </a:r>
        </a:p>
      </dgm:t>
    </dgm:pt>
    <dgm:pt modelId="{FD9B96FF-A7B2-4FCC-9036-AD4601EDB5A2}" type="parTrans" cxnId="{73AC2C9D-EB46-448A-B5DC-9FFB7C38FF36}">
      <dgm:prSet/>
      <dgm:spPr/>
      <dgm:t>
        <a:bodyPr/>
        <a:lstStyle/>
        <a:p>
          <a:endParaRPr lang="en-US"/>
        </a:p>
      </dgm:t>
    </dgm:pt>
    <dgm:pt modelId="{0E6FF5B0-03E8-4C18-99EA-2A1F53227B0A}" type="sibTrans" cxnId="{73AC2C9D-EB46-448A-B5DC-9FFB7C38FF36}">
      <dgm:prSet/>
      <dgm:spPr/>
      <dgm:t>
        <a:bodyPr/>
        <a:lstStyle/>
        <a:p>
          <a:endParaRPr lang="en-US"/>
        </a:p>
      </dgm:t>
    </dgm:pt>
    <dgm:pt modelId="{B312BF4F-F69A-4DFE-8690-A0769FDCF330}">
      <dgm:prSet phldr="0"/>
      <dgm:spPr/>
      <dgm:t>
        <a:bodyPr/>
        <a:lstStyle/>
        <a:p>
          <a:pPr rtl="0"/>
          <a:r>
            <a:rPr lang="en-US">
              <a:latin typeface="Corbel" panose="020B0503020204020204"/>
            </a:rPr>
            <a:t>6. Print Admission and Group Insurance Cover Letter.</a:t>
          </a:r>
        </a:p>
      </dgm:t>
    </dgm:pt>
    <dgm:pt modelId="{863F5E2C-6AF3-4506-B223-FE0F97CE0672}" type="parTrans" cxnId="{FA80965C-3C37-4984-8BE3-BF42DEDF6EFD}">
      <dgm:prSet/>
      <dgm:spPr/>
      <dgm:t>
        <a:bodyPr/>
        <a:lstStyle/>
        <a:p>
          <a:endParaRPr lang="en-US"/>
        </a:p>
      </dgm:t>
    </dgm:pt>
    <dgm:pt modelId="{3F9F99C9-067F-4715-8F38-C3B41A7FE2D4}" type="sibTrans" cxnId="{FA80965C-3C37-4984-8BE3-BF42DEDF6EFD}">
      <dgm:prSet/>
      <dgm:spPr/>
      <dgm:t>
        <a:bodyPr/>
        <a:lstStyle/>
        <a:p>
          <a:endParaRPr lang="en-US"/>
        </a:p>
      </dgm:t>
    </dgm:pt>
    <dgm:pt modelId="{A3ED1320-CD1E-4FFA-BA62-B53EC7C6D287}">
      <dgm:prSet phldr="0"/>
      <dgm:spPr/>
      <dgm:t>
        <a:bodyPr/>
        <a:lstStyle/>
        <a:p>
          <a:pPr rtl="0"/>
          <a:r>
            <a:rPr lang="en-US">
              <a:latin typeface="Corbel" panose="020B0503020204020204"/>
            </a:rPr>
            <a:t>7. Download All documents from the Ulearn and prepare accordingly</a:t>
          </a:r>
        </a:p>
      </dgm:t>
    </dgm:pt>
    <dgm:pt modelId="{BA9C50F1-D68F-4800-B806-71197B396F15}" type="parTrans" cxnId="{107612C9-1336-457A-9165-0367B826B0C3}">
      <dgm:prSet/>
      <dgm:spPr/>
      <dgm:t>
        <a:bodyPr/>
        <a:lstStyle/>
        <a:p>
          <a:endParaRPr lang="en-US"/>
        </a:p>
      </dgm:t>
    </dgm:pt>
    <dgm:pt modelId="{4009E459-51D7-4F29-8E55-8295EEC5E63E}" type="sibTrans" cxnId="{107612C9-1336-457A-9165-0367B826B0C3}">
      <dgm:prSet/>
      <dgm:spPr/>
      <dgm:t>
        <a:bodyPr/>
        <a:lstStyle/>
        <a:p>
          <a:endParaRPr lang="en-US"/>
        </a:p>
      </dgm:t>
    </dgm:pt>
    <dgm:pt modelId="{5FA4FFF1-B77F-4B82-95D6-8F54F776CE4E}" type="pres">
      <dgm:prSet presAssocID="{7D2B52C9-4CDF-4EDB-A8B9-7F9CF4ED88E1}" presName="vert0" presStyleCnt="0">
        <dgm:presLayoutVars>
          <dgm:dir/>
          <dgm:animOne val="branch"/>
          <dgm:animLvl val="lvl"/>
        </dgm:presLayoutVars>
      </dgm:prSet>
      <dgm:spPr/>
    </dgm:pt>
    <dgm:pt modelId="{DF3389E9-EA0A-413A-9C0A-F3F80FB45D03}" type="pres">
      <dgm:prSet presAssocID="{13FE489F-C5E7-4BC2-8FB3-2836C1D89DF0}" presName="thickLine" presStyleLbl="alignNode1" presStyleIdx="0" presStyleCnt="7"/>
      <dgm:spPr/>
    </dgm:pt>
    <dgm:pt modelId="{E0A28171-9C5E-41FC-AD32-F98171AEA00F}" type="pres">
      <dgm:prSet presAssocID="{13FE489F-C5E7-4BC2-8FB3-2836C1D89DF0}" presName="horz1" presStyleCnt="0"/>
      <dgm:spPr/>
    </dgm:pt>
    <dgm:pt modelId="{A1CD8878-F7EC-49B7-8CBE-CC241B4835FD}" type="pres">
      <dgm:prSet presAssocID="{13FE489F-C5E7-4BC2-8FB3-2836C1D89DF0}" presName="tx1" presStyleLbl="revTx" presStyleIdx="0" presStyleCnt="7"/>
      <dgm:spPr/>
    </dgm:pt>
    <dgm:pt modelId="{8E6F11D6-BCF1-48B9-B048-E6511DB89254}" type="pres">
      <dgm:prSet presAssocID="{13FE489F-C5E7-4BC2-8FB3-2836C1D89DF0}" presName="vert1" presStyleCnt="0"/>
      <dgm:spPr/>
    </dgm:pt>
    <dgm:pt modelId="{D9D2A329-37E8-469E-AC6B-D13FEC273AD9}" type="pres">
      <dgm:prSet presAssocID="{8887F633-A6CF-4AC0-BCCC-9956BA7D307B}" presName="thickLine" presStyleLbl="alignNode1" presStyleIdx="1" presStyleCnt="7"/>
      <dgm:spPr/>
    </dgm:pt>
    <dgm:pt modelId="{05A1E619-6D1C-4D6C-8C5F-459DB43C6544}" type="pres">
      <dgm:prSet presAssocID="{8887F633-A6CF-4AC0-BCCC-9956BA7D307B}" presName="horz1" presStyleCnt="0"/>
      <dgm:spPr/>
    </dgm:pt>
    <dgm:pt modelId="{D5EDA243-FCFC-48CC-AEDC-3E1E1EE56C88}" type="pres">
      <dgm:prSet presAssocID="{8887F633-A6CF-4AC0-BCCC-9956BA7D307B}" presName="tx1" presStyleLbl="revTx" presStyleIdx="1" presStyleCnt="7"/>
      <dgm:spPr/>
    </dgm:pt>
    <dgm:pt modelId="{C38619FB-81C1-4074-A4C4-39D38E7DCC09}" type="pres">
      <dgm:prSet presAssocID="{8887F633-A6CF-4AC0-BCCC-9956BA7D307B}" presName="vert1" presStyleCnt="0"/>
      <dgm:spPr/>
    </dgm:pt>
    <dgm:pt modelId="{88A802DE-C406-404B-9A1A-894566F1E0DD}" type="pres">
      <dgm:prSet presAssocID="{C06936CB-B427-4F75-AC70-8CDC2046F885}" presName="thickLine" presStyleLbl="alignNode1" presStyleIdx="2" presStyleCnt="7"/>
      <dgm:spPr/>
    </dgm:pt>
    <dgm:pt modelId="{B3368F2A-6294-40D2-8944-A6BD67F82531}" type="pres">
      <dgm:prSet presAssocID="{C06936CB-B427-4F75-AC70-8CDC2046F885}" presName="horz1" presStyleCnt="0"/>
      <dgm:spPr/>
    </dgm:pt>
    <dgm:pt modelId="{99D223F0-A1FF-439C-A61E-496346E5A434}" type="pres">
      <dgm:prSet presAssocID="{C06936CB-B427-4F75-AC70-8CDC2046F885}" presName="tx1" presStyleLbl="revTx" presStyleIdx="2" presStyleCnt="7"/>
      <dgm:spPr/>
    </dgm:pt>
    <dgm:pt modelId="{CEFA17A6-445A-443A-A8A9-8E3D7E148475}" type="pres">
      <dgm:prSet presAssocID="{C06936CB-B427-4F75-AC70-8CDC2046F885}" presName="vert1" presStyleCnt="0"/>
      <dgm:spPr/>
    </dgm:pt>
    <dgm:pt modelId="{95458E5B-F5E0-4052-8799-930BE9A83DA7}" type="pres">
      <dgm:prSet presAssocID="{EBAC6A8D-3EDC-4078-AF3A-D78109F8EFA0}" presName="thickLine" presStyleLbl="alignNode1" presStyleIdx="3" presStyleCnt="7"/>
      <dgm:spPr/>
    </dgm:pt>
    <dgm:pt modelId="{7691241F-97CE-484D-8F67-3978E793F00E}" type="pres">
      <dgm:prSet presAssocID="{EBAC6A8D-3EDC-4078-AF3A-D78109F8EFA0}" presName="horz1" presStyleCnt="0"/>
      <dgm:spPr/>
    </dgm:pt>
    <dgm:pt modelId="{28C2433E-7B92-4212-AF66-4DD4DA783CD1}" type="pres">
      <dgm:prSet presAssocID="{EBAC6A8D-3EDC-4078-AF3A-D78109F8EFA0}" presName="tx1" presStyleLbl="revTx" presStyleIdx="3" presStyleCnt="7"/>
      <dgm:spPr/>
    </dgm:pt>
    <dgm:pt modelId="{F86FF30A-E7BD-434D-94F2-4C793D1E879A}" type="pres">
      <dgm:prSet presAssocID="{EBAC6A8D-3EDC-4078-AF3A-D78109F8EFA0}" presName="vert1" presStyleCnt="0"/>
      <dgm:spPr/>
    </dgm:pt>
    <dgm:pt modelId="{7FF0DAAA-D595-4D07-B031-14717B35EB83}" type="pres">
      <dgm:prSet presAssocID="{FBCAC8FF-E44F-42C5-91F2-3C1862DC4FE5}" presName="thickLine" presStyleLbl="alignNode1" presStyleIdx="4" presStyleCnt="7"/>
      <dgm:spPr/>
    </dgm:pt>
    <dgm:pt modelId="{232CC0DB-FDDD-4EC3-8018-77559A6338A8}" type="pres">
      <dgm:prSet presAssocID="{FBCAC8FF-E44F-42C5-91F2-3C1862DC4FE5}" presName="horz1" presStyleCnt="0"/>
      <dgm:spPr/>
    </dgm:pt>
    <dgm:pt modelId="{63BA6811-1E4E-49BE-88DF-02FE973BC52A}" type="pres">
      <dgm:prSet presAssocID="{FBCAC8FF-E44F-42C5-91F2-3C1862DC4FE5}" presName="tx1" presStyleLbl="revTx" presStyleIdx="4" presStyleCnt="7"/>
      <dgm:spPr/>
    </dgm:pt>
    <dgm:pt modelId="{2EE4F289-33B5-4976-BC09-F55C2367565E}" type="pres">
      <dgm:prSet presAssocID="{FBCAC8FF-E44F-42C5-91F2-3C1862DC4FE5}" presName="vert1" presStyleCnt="0"/>
      <dgm:spPr/>
    </dgm:pt>
    <dgm:pt modelId="{C0FA5BFF-F9BF-46F0-9AD7-7FA9D2B8CEC6}" type="pres">
      <dgm:prSet presAssocID="{B312BF4F-F69A-4DFE-8690-A0769FDCF330}" presName="thickLine" presStyleLbl="alignNode1" presStyleIdx="5" presStyleCnt="7"/>
      <dgm:spPr/>
    </dgm:pt>
    <dgm:pt modelId="{AB52640B-3E00-4A4F-AFD2-5D85FAE4703B}" type="pres">
      <dgm:prSet presAssocID="{B312BF4F-F69A-4DFE-8690-A0769FDCF330}" presName="horz1" presStyleCnt="0"/>
      <dgm:spPr/>
    </dgm:pt>
    <dgm:pt modelId="{7C203BC5-715F-4DC1-AB46-B28D815039B3}" type="pres">
      <dgm:prSet presAssocID="{B312BF4F-F69A-4DFE-8690-A0769FDCF330}" presName="tx1" presStyleLbl="revTx" presStyleIdx="5" presStyleCnt="7"/>
      <dgm:spPr/>
    </dgm:pt>
    <dgm:pt modelId="{9D37F3D4-F4AD-40A6-8F48-D8A6A116FF12}" type="pres">
      <dgm:prSet presAssocID="{B312BF4F-F69A-4DFE-8690-A0769FDCF330}" presName="vert1" presStyleCnt="0"/>
      <dgm:spPr/>
    </dgm:pt>
    <dgm:pt modelId="{38260A75-25C9-4BF9-81A8-EB8FFF9A6E5B}" type="pres">
      <dgm:prSet presAssocID="{A3ED1320-CD1E-4FFA-BA62-B53EC7C6D287}" presName="thickLine" presStyleLbl="alignNode1" presStyleIdx="6" presStyleCnt="7"/>
      <dgm:spPr/>
    </dgm:pt>
    <dgm:pt modelId="{63DBAF95-F707-479E-9D1F-7F320723929C}" type="pres">
      <dgm:prSet presAssocID="{A3ED1320-CD1E-4FFA-BA62-B53EC7C6D287}" presName="horz1" presStyleCnt="0"/>
      <dgm:spPr/>
    </dgm:pt>
    <dgm:pt modelId="{8D27CA5B-6579-4BEB-B9C6-FCC20DCEFE99}" type="pres">
      <dgm:prSet presAssocID="{A3ED1320-CD1E-4FFA-BA62-B53EC7C6D287}" presName="tx1" presStyleLbl="revTx" presStyleIdx="6" presStyleCnt="7"/>
      <dgm:spPr/>
    </dgm:pt>
    <dgm:pt modelId="{9FFFF25C-ABD9-41D8-965D-AC0E8F7E1D02}" type="pres">
      <dgm:prSet presAssocID="{A3ED1320-CD1E-4FFA-BA62-B53EC7C6D287}" presName="vert1" presStyleCnt="0"/>
      <dgm:spPr/>
    </dgm:pt>
  </dgm:ptLst>
  <dgm:cxnLst>
    <dgm:cxn modelId="{4B357B0D-0769-4E17-B5C5-547C254CFB17}" type="presOf" srcId="{EBAC6A8D-3EDC-4078-AF3A-D78109F8EFA0}" destId="{28C2433E-7B92-4212-AF66-4DD4DA783CD1}" srcOrd="0" destOrd="0" presId="urn:microsoft.com/office/officeart/2008/layout/LinedList"/>
    <dgm:cxn modelId="{357E1C1F-EF11-470A-BC91-B21EC02D7A86}" type="presOf" srcId="{C06936CB-B427-4F75-AC70-8CDC2046F885}" destId="{99D223F0-A1FF-439C-A61E-496346E5A434}" srcOrd="0" destOrd="0" presId="urn:microsoft.com/office/officeart/2008/layout/LinedList"/>
    <dgm:cxn modelId="{B321E727-D973-42BF-A3EA-5EEA041CCC0B}" type="presOf" srcId="{13FE489F-C5E7-4BC2-8FB3-2836C1D89DF0}" destId="{A1CD8878-F7EC-49B7-8CBE-CC241B4835FD}" srcOrd="0" destOrd="0" presId="urn:microsoft.com/office/officeart/2008/layout/LinedList"/>
    <dgm:cxn modelId="{91E96A2B-BCA6-456C-8D15-644C37E7335B}" srcId="{7D2B52C9-4CDF-4EDB-A8B9-7F9CF4ED88E1}" destId="{8887F633-A6CF-4AC0-BCCC-9956BA7D307B}" srcOrd="1" destOrd="0" parTransId="{54842266-5EDD-4A81-9AE2-2743F4ADC924}" sibTransId="{AF77F34B-69FE-4E40-B575-90DEC51BB88A}"/>
    <dgm:cxn modelId="{FA80965C-3C37-4984-8BE3-BF42DEDF6EFD}" srcId="{7D2B52C9-4CDF-4EDB-A8B9-7F9CF4ED88E1}" destId="{B312BF4F-F69A-4DFE-8690-A0769FDCF330}" srcOrd="5" destOrd="0" parTransId="{863F5E2C-6AF3-4506-B223-FE0F97CE0672}" sibTransId="{3F9F99C9-067F-4715-8F38-C3B41A7FE2D4}"/>
    <dgm:cxn modelId="{3CC27F61-B3DB-42DA-809F-198CDE068167}" type="presOf" srcId="{B312BF4F-F69A-4DFE-8690-A0769FDCF330}" destId="{7C203BC5-715F-4DC1-AB46-B28D815039B3}" srcOrd="0" destOrd="0" presId="urn:microsoft.com/office/officeart/2008/layout/LinedList"/>
    <dgm:cxn modelId="{CF2A4F51-BD74-4567-9C01-AA6169AB4FB3}" srcId="{7D2B52C9-4CDF-4EDB-A8B9-7F9CF4ED88E1}" destId="{13FE489F-C5E7-4BC2-8FB3-2836C1D89DF0}" srcOrd="0" destOrd="0" parTransId="{CA1C983C-4A6A-4037-BAEC-6E3DDC22F309}" sibTransId="{C0C20205-A5A6-4C01-9C68-A732825BC32B}"/>
    <dgm:cxn modelId="{9D1E3C83-FFAE-4084-886D-34B3CDFD98D3}" type="presOf" srcId="{FBCAC8FF-E44F-42C5-91F2-3C1862DC4FE5}" destId="{63BA6811-1E4E-49BE-88DF-02FE973BC52A}" srcOrd="0" destOrd="0" presId="urn:microsoft.com/office/officeart/2008/layout/LinedList"/>
    <dgm:cxn modelId="{73AC2C9D-EB46-448A-B5DC-9FFB7C38FF36}" srcId="{7D2B52C9-4CDF-4EDB-A8B9-7F9CF4ED88E1}" destId="{FBCAC8FF-E44F-42C5-91F2-3C1862DC4FE5}" srcOrd="4" destOrd="0" parTransId="{FD9B96FF-A7B2-4FCC-9036-AD4601EDB5A2}" sibTransId="{0E6FF5B0-03E8-4C18-99EA-2A1F53227B0A}"/>
    <dgm:cxn modelId="{64F725C1-CFD5-4C17-81F9-4EF93F69FBE1}" srcId="{7D2B52C9-4CDF-4EDB-A8B9-7F9CF4ED88E1}" destId="{EBAC6A8D-3EDC-4078-AF3A-D78109F8EFA0}" srcOrd="3" destOrd="0" parTransId="{AD84E7C5-49C3-412D-B1A4-8AF1207B5D01}" sibTransId="{ADA5BF74-EBA6-461F-934C-FCB816180982}"/>
    <dgm:cxn modelId="{107612C9-1336-457A-9165-0367B826B0C3}" srcId="{7D2B52C9-4CDF-4EDB-A8B9-7F9CF4ED88E1}" destId="{A3ED1320-CD1E-4FFA-BA62-B53EC7C6D287}" srcOrd="6" destOrd="0" parTransId="{BA9C50F1-D68F-4800-B806-71197B396F15}" sibTransId="{4009E459-51D7-4F29-8E55-8295EEC5E63E}"/>
    <dgm:cxn modelId="{40D613E3-9C88-4F0A-AAD3-C1BD4EC60262}" type="presOf" srcId="{7D2B52C9-4CDF-4EDB-A8B9-7F9CF4ED88E1}" destId="{5FA4FFF1-B77F-4B82-95D6-8F54F776CE4E}" srcOrd="0" destOrd="0" presId="urn:microsoft.com/office/officeart/2008/layout/LinedList"/>
    <dgm:cxn modelId="{3ED071F2-26FE-41A3-B680-8D5EDB075F29}" type="presOf" srcId="{8887F633-A6CF-4AC0-BCCC-9956BA7D307B}" destId="{D5EDA243-FCFC-48CC-AEDC-3E1E1EE56C88}" srcOrd="0" destOrd="0" presId="urn:microsoft.com/office/officeart/2008/layout/LinedList"/>
    <dgm:cxn modelId="{8F2107FC-AF76-4BF0-BCEF-81E60B56B818}" srcId="{7D2B52C9-4CDF-4EDB-A8B9-7F9CF4ED88E1}" destId="{C06936CB-B427-4F75-AC70-8CDC2046F885}" srcOrd="2" destOrd="0" parTransId="{592C769B-F0B5-4B1E-8B63-7B98BE044664}" sibTransId="{CABD6AF5-EA28-4B33-AF29-DFAB889E96D3}"/>
    <dgm:cxn modelId="{32AD08FE-0F54-4102-AB53-BA27D99FF60C}" type="presOf" srcId="{A3ED1320-CD1E-4FFA-BA62-B53EC7C6D287}" destId="{8D27CA5B-6579-4BEB-B9C6-FCC20DCEFE99}" srcOrd="0" destOrd="0" presId="urn:microsoft.com/office/officeart/2008/layout/LinedList"/>
    <dgm:cxn modelId="{7010F820-F249-4F8E-9656-023741894537}" type="presParOf" srcId="{5FA4FFF1-B77F-4B82-95D6-8F54F776CE4E}" destId="{DF3389E9-EA0A-413A-9C0A-F3F80FB45D03}" srcOrd="0" destOrd="0" presId="urn:microsoft.com/office/officeart/2008/layout/LinedList"/>
    <dgm:cxn modelId="{840017A1-EDC0-4676-8428-18BDF8D6C0DC}" type="presParOf" srcId="{5FA4FFF1-B77F-4B82-95D6-8F54F776CE4E}" destId="{E0A28171-9C5E-41FC-AD32-F98171AEA00F}" srcOrd="1" destOrd="0" presId="urn:microsoft.com/office/officeart/2008/layout/LinedList"/>
    <dgm:cxn modelId="{098C8BB0-26B5-4252-B355-3B0F26942A55}" type="presParOf" srcId="{E0A28171-9C5E-41FC-AD32-F98171AEA00F}" destId="{A1CD8878-F7EC-49B7-8CBE-CC241B4835FD}" srcOrd="0" destOrd="0" presId="urn:microsoft.com/office/officeart/2008/layout/LinedList"/>
    <dgm:cxn modelId="{3DE28109-6F78-4C3E-B955-DB4E98B464BD}" type="presParOf" srcId="{E0A28171-9C5E-41FC-AD32-F98171AEA00F}" destId="{8E6F11D6-BCF1-48B9-B048-E6511DB89254}" srcOrd="1" destOrd="0" presId="urn:microsoft.com/office/officeart/2008/layout/LinedList"/>
    <dgm:cxn modelId="{A02AECE3-905E-4BC3-8F19-28B5E1ECD3B9}" type="presParOf" srcId="{5FA4FFF1-B77F-4B82-95D6-8F54F776CE4E}" destId="{D9D2A329-37E8-469E-AC6B-D13FEC273AD9}" srcOrd="2" destOrd="0" presId="urn:microsoft.com/office/officeart/2008/layout/LinedList"/>
    <dgm:cxn modelId="{74912057-5AA3-4A96-B577-D760645390F2}" type="presParOf" srcId="{5FA4FFF1-B77F-4B82-95D6-8F54F776CE4E}" destId="{05A1E619-6D1C-4D6C-8C5F-459DB43C6544}" srcOrd="3" destOrd="0" presId="urn:microsoft.com/office/officeart/2008/layout/LinedList"/>
    <dgm:cxn modelId="{8C4F5E2A-5B41-47C1-9D36-9DA67FBEA4B4}" type="presParOf" srcId="{05A1E619-6D1C-4D6C-8C5F-459DB43C6544}" destId="{D5EDA243-FCFC-48CC-AEDC-3E1E1EE56C88}" srcOrd="0" destOrd="0" presId="urn:microsoft.com/office/officeart/2008/layout/LinedList"/>
    <dgm:cxn modelId="{31A737B2-DE64-401E-A757-6FC486D36714}" type="presParOf" srcId="{05A1E619-6D1C-4D6C-8C5F-459DB43C6544}" destId="{C38619FB-81C1-4074-A4C4-39D38E7DCC09}" srcOrd="1" destOrd="0" presId="urn:microsoft.com/office/officeart/2008/layout/LinedList"/>
    <dgm:cxn modelId="{581B4EFB-A9B0-475C-9F28-6460B1A2A69D}" type="presParOf" srcId="{5FA4FFF1-B77F-4B82-95D6-8F54F776CE4E}" destId="{88A802DE-C406-404B-9A1A-894566F1E0DD}" srcOrd="4" destOrd="0" presId="urn:microsoft.com/office/officeart/2008/layout/LinedList"/>
    <dgm:cxn modelId="{5F00FDFA-AC08-4D75-8593-914F74ADDDAC}" type="presParOf" srcId="{5FA4FFF1-B77F-4B82-95D6-8F54F776CE4E}" destId="{B3368F2A-6294-40D2-8944-A6BD67F82531}" srcOrd="5" destOrd="0" presId="urn:microsoft.com/office/officeart/2008/layout/LinedList"/>
    <dgm:cxn modelId="{A65BC1C7-A6A5-4417-8FD8-23C4594518E3}" type="presParOf" srcId="{B3368F2A-6294-40D2-8944-A6BD67F82531}" destId="{99D223F0-A1FF-439C-A61E-496346E5A434}" srcOrd="0" destOrd="0" presId="urn:microsoft.com/office/officeart/2008/layout/LinedList"/>
    <dgm:cxn modelId="{D6BE21A0-A2B3-4112-9CEC-45A09654BBA0}" type="presParOf" srcId="{B3368F2A-6294-40D2-8944-A6BD67F82531}" destId="{CEFA17A6-445A-443A-A8A9-8E3D7E148475}" srcOrd="1" destOrd="0" presId="urn:microsoft.com/office/officeart/2008/layout/LinedList"/>
    <dgm:cxn modelId="{490303A9-F5E6-4030-A160-FEA85D0E4004}" type="presParOf" srcId="{5FA4FFF1-B77F-4B82-95D6-8F54F776CE4E}" destId="{95458E5B-F5E0-4052-8799-930BE9A83DA7}" srcOrd="6" destOrd="0" presId="urn:microsoft.com/office/officeart/2008/layout/LinedList"/>
    <dgm:cxn modelId="{D760B6B8-7874-4813-9A8B-A5E013F103B0}" type="presParOf" srcId="{5FA4FFF1-B77F-4B82-95D6-8F54F776CE4E}" destId="{7691241F-97CE-484D-8F67-3978E793F00E}" srcOrd="7" destOrd="0" presId="urn:microsoft.com/office/officeart/2008/layout/LinedList"/>
    <dgm:cxn modelId="{7A2C3311-8170-449B-97CB-B00580E66F53}" type="presParOf" srcId="{7691241F-97CE-484D-8F67-3978E793F00E}" destId="{28C2433E-7B92-4212-AF66-4DD4DA783CD1}" srcOrd="0" destOrd="0" presId="urn:microsoft.com/office/officeart/2008/layout/LinedList"/>
    <dgm:cxn modelId="{27DB0C50-AED7-49C4-BA78-5D85F91BFD3A}" type="presParOf" srcId="{7691241F-97CE-484D-8F67-3978E793F00E}" destId="{F86FF30A-E7BD-434D-94F2-4C793D1E879A}" srcOrd="1" destOrd="0" presId="urn:microsoft.com/office/officeart/2008/layout/LinedList"/>
    <dgm:cxn modelId="{C9FD5282-8CFE-495A-827A-1AFB6358648A}" type="presParOf" srcId="{5FA4FFF1-B77F-4B82-95D6-8F54F776CE4E}" destId="{7FF0DAAA-D595-4D07-B031-14717B35EB83}" srcOrd="8" destOrd="0" presId="urn:microsoft.com/office/officeart/2008/layout/LinedList"/>
    <dgm:cxn modelId="{F2D67900-8916-4153-8E32-BA6DD5E8264F}" type="presParOf" srcId="{5FA4FFF1-B77F-4B82-95D6-8F54F776CE4E}" destId="{232CC0DB-FDDD-4EC3-8018-77559A6338A8}" srcOrd="9" destOrd="0" presId="urn:microsoft.com/office/officeart/2008/layout/LinedList"/>
    <dgm:cxn modelId="{DAF5B6A4-5709-4806-9F25-8CAD8CF05231}" type="presParOf" srcId="{232CC0DB-FDDD-4EC3-8018-77559A6338A8}" destId="{63BA6811-1E4E-49BE-88DF-02FE973BC52A}" srcOrd="0" destOrd="0" presId="urn:microsoft.com/office/officeart/2008/layout/LinedList"/>
    <dgm:cxn modelId="{86D58DF0-1693-426D-8D6F-E52127DE6FF5}" type="presParOf" srcId="{232CC0DB-FDDD-4EC3-8018-77559A6338A8}" destId="{2EE4F289-33B5-4976-BC09-F55C2367565E}" srcOrd="1" destOrd="0" presId="urn:microsoft.com/office/officeart/2008/layout/LinedList"/>
    <dgm:cxn modelId="{937849AE-3E4F-4CDD-905F-619D3103AFA1}" type="presParOf" srcId="{5FA4FFF1-B77F-4B82-95D6-8F54F776CE4E}" destId="{C0FA5BFF-F9BF-46F0-9AD7-7FA9D2B8CEC6}" srcOrd="10" destOrd="0" presId="urn:microsoft.com/office/officeart/2008/layout/LinedList"/>
    <dgm:cxn modelId="{69BD9243-98D3-4289-89DA-4F153CC73780}" type="presParOf" srcId="{5FA4FFF1-B77F-4B82-95D6-8F54F776CE4E}" destId="{AB52640B-3E00-4A4F-AFD2-5D85FAE4703B}" srcOrd="11" destOrd="0" presId="urn:microsoft.com/office/officeart/2008/layout/LinedList"/>
    <dgm:cxn modelId="{47533B45-11AE-4F14-9399-66A5D200BA85}" type="presParOf" srcId="{AB52640B-3E00-4A4F-AFD2-5D85FAE4703B}" destId="{7C203BC5-715F-4DC1-AB46-B28D815039B3}" srcOrd="0" destOrd="0" presId="urn:microsoft.com/office/officeart/2008/layout/LinedList"/>
    <dgm:cxn modelId="{A2D43250-349C-4C4A-9949-68DA889F637E}" type="presParOf" srcId="{AB52640B-3E00-4A4F-AFD2-5D85FAE4703B}" destId="{9D37F3D4-F4AD-40A6-8F48-D8A6A116FF12}" srcOrd="1" destOrd="0" presId="urn:microsoft.com/office/officeart/2008/layout/LinedList"/>
    <dgm:cxn modelId="{9ADDDC32-E455-4771-8D89-4FCF2E4606F6}" type="presParOf" srcId="{5FA4FFF1-B77F-4B82-95D6-8F54F776CE4E}" destId="{38260A75-25C9-4BF9-81A8-EB8FFF9A6E5B}" srcOrd="12" destOrd="0" presId="urn:microsoft.com/office/officeart/2008/layout/LinedList"/>
    <dgm:cxn modelId="{5535A6DC-912A-494B-BA61-5FE3411073C0}" type="presParOf" srcId="{5FA4FFF1-B77F-4B82-95D6-8F54F776CE4E}" destId="{63DBAF95-F707-479E-9D1F-7F320723929C}" srcOrd="13" destOrd="0" presId="urn:microsoft.com/office/officeart/2008/layout/LinedList"/>
    <dgm:cxn modelId="{A17A667B-F4E5-4BE5-8EB3-50730DAAFAB2}" type="presParOf" srcId="{63DBAF95-F707-479E-9D1F-7F320723929C}" destId="{8D27CA5B-6579-4BEB-B9C6-FCC20DCEFE99}" srcOrd="0" destOrd="0" presId="urn:microsoft.com/office/officeart/2008/layout/LinedList"/>
    <dgm:cxn modelId="{C0FD4508-8A94-4D8D-8299-FE99B60B934D}" type="presParOf" srcId="{63DBAF95-F707-479E-9D1F-7F320723929C}" destId="{9FFFF25C-ABD9-41D8-965D-AC0E8F7E1D0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F5BB2D-8B5E-4236-A789-13901F5BFDEC}" type="doc">
      <dgm:prSet loTypeId="urn:microsoft.com/office/officeart/2016/7/layout/VerticalHollowActionList" loCatId="List" qsTypeId="urn:microsoft.com/office/officeart/2005/8/quickstyle/simple1" qsCatId="simple" csTypeId="urn:microsoft.com/office/officeart/2005/8/colors/accent1_2" csCatId="accent1" phldr="1"/>
      <dgm:spPr/>
      <dgm:t>
        <a:bodyPr/>
        <a:lstStyle/>
        <a:p>
          <a:endParaRPr lang="en-US"/>
        </a:p>
      </dgm:t>
    </dgm:pt>
    <dgm:pt modelId="{4199B04D-35AE-4D02-A0B2-4F1B22B0013A}">
      <dgm:prSet/>
      <dgm:spPr/>
      <dgm:t>
        <a:bodyPr/>
        <a:lstStyle/>
        <a:p>
          <a:r>
            <a:rPr lang="en-US" dirty="0"/>
            <a:t>Be</a:t>
          </a:r>
        </a:p>
      </dgm:t>
    </dgm:pt>
    <dgm:pt modelId="{124D1FDC-B663-448F-A83B-44377DF0C1F9}" type="parTrans" cxnId="{B0FA835A-8B15-4BD2-A83A-CFD685CE357C}">
      <dgm:prSet/>
      <dgm:spPr/>
      <dgm:t>
        <a:bodyPr/>
        <a:lstStyle/>
        <a:p>
          <a:endParaRPr lang="en-US"/>
        </a:p>
      </dgm:t>
    </dgm:pt>
    <dgm:pt modelId="{5163B0C5-8ABC-4A93-9D3A-0413E3523F50}" type="sibTrans" cxnId="{B0FA835A-8B15-4BD2-A83A-CFD685CE357C}">
      <dgm:prSet/>
      <dgm:spPr/>
      <dgm:t>
        <a:bodyPr/>
        <a:lstStyle/>
        <a:p>
          <a:endParaRPr lang="en-US"/>
        </a:p>
      </dgm:t>
    </dgm:pt>
    <dgm:pt modelId="{7E231A72-1D46-42D6-BFF2-6062EF2E57F3}">
      <dgm:prSet custT="1"/>
      <dgm:spPr/>
      <dgm:t>
        <a:bodyPr/>
        <a:lstStyle/>
        <a:p>
          <a:r>
            <a:rPr lang="en-US" sz="2100" dirty="0"/>
            <a:t>Be punctual</a:t>
          </a:r>
        </a:p>
      </dgm:t>
    </dgm:pt>
    <dgm:pt modelId="{34E74B78-D404-4B5F-83D2-EBEB81FA3C13}" type="parTrans" cxnId="{CBEC9624-A19B-452A-9E76-3DB12DD9B8D7}">
      <dgm:prSet/>
      <dgm:spPr/>
      <dgm:t>
        <a:bodyPr/>
        <a:lstStyle/>
        <a:p>
          <a:endParaRPr lang="en-US"/>
        </a:p>
      </dgm:t>
    </dgm:pt>
    <dgm:pt modelId="{D3717D88-0726-4920-937C-673CA3754CE7}" type="sibTrans" cxnId="{CBEC9624-A19B-452A-9E76-3DB12DD9B8D7}">
      <dgm:prSet/>
      <dgm:spPr/>
      <dgm:t>
        <a:bodyPr/>
        <a:lstStyle/>
        <a:p>
          <a:endParaRPr lang="en-US"/>
        </a:p>
      </dgm:t>
    </dgm:pt>
    <dgm:pt modelId="{33539996-6D1B-4ED2-9CA5-1F87FCFDCAED}">
      <dgm:prSet/>
      <dgm:spPr/>
      <dgm:t>
        <a:bodyPr/>
        <a:lstStyle/>
        <a:p>
          <a:r>
            <a:rPr lang="en-US"/>
            <a:t>Well</a:t>
          </a:r>
        </a:p>
      </dgm:t>
    </dgm:pt>
    <dgm:pt modelId="{C6B595C9-A123-4A8F-990A-C5C260B69061}" type="parTrans" cxnId="{BC327AC9-4CD4-479A-9A0D-A836DC8D4AD4}">
      <dgm:prSet/>
      <dgm:spPr/>
      <dgm:t>
        <a:bodyPr/>
        <a:lstStyle/>
        <a:p>
          <a:endParaRPr lang="en-US"/>
        </a:p>
      </dgm:t>
    </dgm:pt>
    <dgm:pt modelId="{20AAF807-2209-4E26-A56F-1D9890C2A5AE}" type="sibTrans" cxnId="{BC327AC9-4CD4-479A-9A0D-A836DC8D4AD4}">
      <dgm:prSet/>
      <dgm:spPr/>
      <dgm:t>
        <a:bodyPr/>
        <a:lstStyle/>
        <a:p>
          <a:endParaRPr lang="en-US"/>
        </a:p>
      </dgm:t>
    </dgm:pt>
    <dgm:pt modelId="{03097125-0BC0-4D44-BA96-2D7FDFDE8180}">
      <dgm:prSet custT="1"/>
      <dgm:spPr/>
      <dgm:t>
        <a:bodyPr/>
        <a:lstStyle/>
        <a:p>
          <a:r>
            <a:rPr lang="en-US" sz="2100"/>
            <a:t>Well-dressed</a:t>
          </a:r>
        </a:p>
      </dgm:t>
    </dgm:pt>
    <dgm:pt modelId="{58B12FFB-5779-4CF4-8C40-376493F51AC6}" type="parTrans" cxnId="{0329656E-9C12-4514-B1F6-473A2A89B62A}">
      <dgm:prSet/>
      <dgm:spPr/>
      <dgm:t>
        <a:bodyPr/>
        <a:lstStyle/>
        <a:p>
          <a:endParaRPr lang="en-US"/>
        </a:p>
      </dgm:t>
    </dgm:pt>
    <dgm:pt modelId="{58B7B9BB-0160-4723-9901-295D4CE55029}" type="sibTrans" cxnId="{0329656E-9C12-4514-B1F6-473A2A89B62A}">
      <dgm:prSet/>
      <dgm:spPr/>
      <dgm:t>
        <a:bodyPr/>
        <a:lstStyle/>
        <a:p>
          <a:endParaRPr lang="en-US"/>
        </a:p>
      </dgm:t>
    </dgm:pt>
    <dgm:pt modelId="{0DCEBD22-8EDF-47EC-965F-1A5B671A5ABD}">
      <dgm:prSet/>
      <dgm:spPr/>
      <dgm:t>
        <a:bodyPr/>
        <a:lstStyle/>
        <a:p>
          <a:r>
            <a:rPr lang="en-US"/>
            <a:t>Demonstrate</a:t>
          </a:r>
        </a:p>
      </dgm:t>
    </dgm:pt>
    <dgm:pt modelId="{46D79978-33CD-44E0-9A75-4BFAB1468AA8}" type="parTrans" cxnId="{4909229C-547F-4E6D-B431-93F3A405A0B3}">
      <dgm:prSet/>
      <dgm:spPr/>
      <dgm:t>
        <a:bodyPr/>
        <a:lstStyle/>
        <a:p>
          <a:endParaRPr lang="en-US"/>
        </a:p>
      </dgm:t>
    </dgm:pt>
    <dgm:pt modelId="{C8CE7BC3-8740-4D9B-9B57-8E4C08D2383C}" type="sibTrans" cxnId="{4909229C-547F-4E6D-B431-93F3A405A0B3}">
      <dgm:prSet/>
      <dgm:spPr/>
      <dgm:t>
        <a:bodyPr/>
        <a:lstStyle/>
        <a:p>
          <a:endParaRPr lang="en-US"/>
        </a:p>
      </dgm:t>
    </dgm:pt>
    <dgm:pt modelId="{71138C34-5C10-4CD4-A038-B4EDDB966222}">
      <dgm:prSet custT="1"/>
      <dgm:spPr/>
      <dgm:t>
        <a:bodyPr/>
        <a:lstStyle/>
        <a:p>
          <a:r>
            <a:rPr lang="en-US" sz="2100"/>
            <a:t>Demonstrate positive attitude</a:t>
          </a:r>
        </a:p>
      </dgm:t>
    </dgm:pt>
    <dgm:pt modelId="{097D9D51-D965-4AC2-A83A-CA94CA6F231A}" type="parTrans" cxnId="{9313674C-034B-4F9E-8245-582E057B28B4}">
      <dgm:prSet/>
      <dgm:spPr/>
      <dgm:t>
        <a:bodyPr/>
        <a:lstStyle/>
        <a:p>
          <a:endParaRPr lang="en-US"/>
        </a:p>
      </dgm:t>
    </dgm:pt>
    <dgm:pt modelId="{7637D99F-2359-4BF2-A002-DF3CA89CCAC7}" type="sibTrans" cxnId="{9313674C-034B-4F9E-8245-582E057B28B4}">
      <dgm:prSet/>
      <dgm:spPr/>
      <dgm:t>
        <a:bodyPr/>
        <a:lstStyle/>
        <a:p>
          <a:endParaRPr lang="en-US"/>
        </a:p>
      </dgm:t>
    </dgm:pt>
    <dgm:pt modelId="{E422ACC0-10C1-47CD-AEDD-800C45CE5AEE}">
      <dgm:prSet/>
      <dgm:spPr/>
      <dgm:t>
        <a:bodyPr/>
        <a:lstStyle/>
        <a:p>
          <a:r>
            <a:rPr lang="en-US"/>
            <a:t>Bring</a:t>
          </a:r>
        </a:p>
      </dgm:t>
    </dgm:pt>
    <dgm:pt modelId="{E6C8A19A-958A-4C39-BEFF-5C9BE71272D9}" type="parTrans" cxnId="{C817D2D9-79D2-4657-A1DC-5F1D26E67482}">
      <dgm:prSet/>
      <dgm:spPr/>
      <dgm:t>
        <a:bodyPr/>
        <a:lstStyle/>
        <a:p>
          <a:endParaRPr lang="en-US"/>
        </a:p>
      </dgm:t>
    </dgm:pt>
    <dgm:pt modelId="{F919534B-DBA1-4BFD-924B-0949C3136DDB}" type="sibTrans" cxnId="{C817D2D9-79D2-4657-A1DC-5F1D26E67482}">
      <dgm:prSet/>
      <dgm:spPr/>
      <dgm:t>
        <a:bodyPr/>
        <a:lstStyle/>
        <a:p>
          <a:endParaRPr lang="en-US"/>
        </a:p>
      </dgm:t>
    </dgm:pt>
    <dgm:pt modelId="{B5AE8008-7DDE-4E02-8ACC-2DD56831A10A}">
      <dgm:prSet custT="1"/>
      <dgm:spPr/>
      <dgm:t>
        <a:bodyPr/>
        <a:lstStyle/>
        <a:p>
          <a:pPr rtl="0"/>
          <a:r>
            <a:rPr lang="en-US" sz="2100"/>
            <a:t>Bring </a:t>
          </a:r>
          <a:r>
            <a:rPr lang="en-US" sz="2100" err="1"/>
            <a:t>UTeM's</a:t>
          </a:r>
          <a:r>
            <a:rPr lang="en-US" sz="2100"/>
            <a:t> matric card</a:t>
          </a:r>
          <a:r>
            <a:rPr lang="en-US" sz="2100">
              <a:latin typeface="Corbel" panose="020B0503020204020204"/>
            </a:rPr>
            <a:t> &amp; related documents</a:t>
          </a:r>
          <a:endParaRPr lang="en-US" sz="2100"/>
        </a:p>
      </dgm:t>
    </dgm:pt>
    <dgm:pt modelId="{99310FA4-2DB8-4903-AE98-FD13FE315EA0}" type="parTrans" cxnId="{02F3E93B-A6F5-4F62-ACBA-FC36E0F2EAC6}">
      <dgm:prSet/>
      <dgm:spPr/>
      <dgm:t>
        <a:bodyPr/>
        <a:lstStyle/>
        <a:p>
          <a:endParaRPr lang="en-US"/>
        </a:p>
      </dgm:t>
    </dgm:pt>
    <dgm:pt modelId="{1026000E-6609-444F-86CB-4D9B0CF39552}" type="sibTrans" cxnId="{02F3E93B-A6F5-4F62-ACBA-FC36E0F2EAC6}">
      <dgm:prSet/>
      <dgm:spPr/>
      <dgm:t>
        <a:bodyPr/>
        <a:lstStyle/>
        <a:p>
          <a:endParaRPr lang="en-US"/>
        </a:p>
      </dgm:t>
    </dgm:pt>
    <dgm:pt modelId="{A0DEE710-0928-49BE-B530-0AE7BE0E741F}">
      <dgm:prSet/>
      <dgm:spPr/>
      <dgm:t>
        <a:bodyPr/>
        <a:lstStyle/>
        <a:p>
          <a:r>
            <a:rPr lang="en-US"/>
            <a:t>Attend</a:t>
          </a:r>
        </a:p>
      </dgm:t>
    </dgm:pt>
    <dgm:pt modelId="{A5D2B893-29DD-41C0-949C-282357EE82D0}" type="parTrans" cxnId="{253B804F-0371-4E91-91E4-70FA6CF76BAD}">
      <dgm:prSet/>
      <dgm:spPr/>
      <dgm:t>
        <a:bodyPr/>
        <a:lstStyle/>
        <a:p>
          <a:endParaRPr lang="en-US"/>
        </a:p>
      </dgm:t>
    </dgm:pt>
    <dgm:pt modelId="{7F60D5B4-674A-4555-9D04-D621AC8B2192}" type="sibTrans" cxnId="{253B804F-0371-4E91-91E4-70FA6CF76BAD}">
      <dgm:prSet/>
      <dgm:spPr/>
      <dgm:t>
        <a:bodyPr/>
        <a:lstStyle/>
        <a:p>
          <a:endParaRPr lang="en-US"/>
        </a:p>
      </dgm:t>
    </dgm:pt>
    <dgm:pt modelId="{1CDDA57F-4D84-4CB0-8F87-D4DC2A7B19B7}">
      <dgm:prSet custT="1"/>
      <dgm:spPr/>
      <dgm:t>
        <a:bodyPr/>
        <a:lstStyle/>
        <a:p>
          <a:r>
            <a:rPr lang="en-US" sz="2100"/>
            <a:t>Attend briefing / orientation by Company</a:t>
          </a:r>
        </a:p>
      </dgm:t>
    </dgm:pt>
    <dgm:pt modelId="{95DA3EFD-62EC-4BED-83E5-6C3196788958}" type="parTrans" cxnId="{3479A58D-4265-461F-857A-999A839C8640}">
      <dgm:prSet/>
      <dgm:spPr/>
      <dgm:t>
        <a:bodyPr/>
        <a:lstStyle/>
        <a:p>
          <a:endParaRPr lang="en-US"/>
        </a:p>
      </dgm:t>
    </dgm:pt>
    <dgm:pt modelId="{B14E666D-0655-42F2-BF94-7F3D4B9899D3}" type="sibTrans" cxnId="{3479A58D-4265-461F-857A-999A839C8640}">
      <dgm:prSet/>
      <dgm:spPr/>
      <dgm:t>
        <a:bodyPr/>
        <a:lstStyle/>
        <a:p>
          <a:endParaRPr lang="en-US"/>
        </a:p>
      </dgm:t>
    </dgm:pt>
    <dgm:pt modelId="{2270BBB8-521D-41C5-9AC6-1B391C757354}">
      <dgm:prSet/>
      <dgm:spPr/>
      <dgm:t>
        <a:bodyPr/>
        <a:lstStyle/>
        <a:p>
          <a:r>
            <a:rPr lang="en-US"/>
            <a:t>Report</a:t>
          </a:r>
        </a:p>
      </dgm:t>
    </dgm:pt>
    <dgm:pt modelId="{35804A50-056B-4CA7-A483-4E90E86769C4}" type="parTrans" cxnId="{4F60B61B-879F-47F1-8952-FB4916C136E3}">
      <dgm:prSet/>
      <dgm:spPr/>
      <dgm:t>
        <a:bodyPr/>
        <a:lstStyle/>
        <a:p>
          <a:endParaRPr lang="en-US"/>
        </a:p>
      </dgm:t>
    </dgm:pt>
    <dgm:pt modelId="{D4E950D6-12FE-4B50-8393-B4423F406DB4}" type="sibTrans" cxnId="{4F60B61B-879F-47F1-8952-FB4916C136E3}">
      <dgm:prSet/>
      <dgm:spPr/>
      <dgm:t>
        <a:bodyPr/>
        <a:lstStyle/>
        <a:p>
          <a:endParaRPr lang="en-US"/>
        </a:p>
      </dgm:t>
    </dgm:pt>
    <dgm:pt modelId="{98C8AFF3-CE05-4DE4-BFDE-DE6F46BE594E}">
      <dgm:prSet custT="1"/>
      <dgm:spPr/>
      <dgm:t>
        <a:bodyPr/>
        <a:lstStyle/>
        <a:p>
          <a:pPr rtl="0"/>
          <a:r>
            <a:rPr lang="en-US" sz="2100" dirty="0"/>
            <a:t>Report duty as stated in the offer letter (11</a:t>
          </a:r>
          <a:r>
            <a:rPr lang="en-US" sz="2100" dirty="0">
              <a:latin typeface="Corbel" panose="020B0503020204020204"/>
            </a:rPr>
            <a:t> Oct</a:t>
          </a:r>
          <a:r>
            <a:rPr lang="en-US" sz="2100" dirty="0"/>
            <a:t> </a:t>
          </a:r>
          <a:r>
            <a:rPr lang="en-US" sz="2100" dirty="0">
              <a:latin typeface="Corbel" panose="020B0503020204020204"/>
            </a:rPr>
            <a:t>2022</a:t>
          </a:r>
          <a:r>
            <a:rPr lang="en-US" sz="2100" dirty="0"/>
            <a:t>)</a:t>
          </a:r>
        </a:p>
      </dgm:t>
    </dgm:pt>
    <dgm:pt modelId="{DE0D2882-9E9E-488A-B32B-8AF4620DE836}" type="parTrans" cxnId="{2968707E-D428-4704-955D-7DF8C825F900}">
      <dgm:prSet/>
      <dgm:spPr/>
      <dgm:t>
        <a:bodyPr/>
        <a:lstStyle/>
        <a:p>
          <a:endParaRPr lang="en-US"/>
        </a:p>
      </dgm:t>
    </dgm:pt>
    <dgm:pt modelId="{DB07652B-8B79-4CEB-B7E9-CDEF094595EB}" type="sibTrans" cxnId="{2968707E-D428-4704-955D-7DF8C825F900}">
      <dgm:prSet/>
      <dgm:spPr/>
      <dgm:t>
        <a:bodyPr/>
        <a:lstStyle/>
        <a:p>
          <a:endParaRPr lang="en-US"/>
        </a:p>
      </dgm:t>
    </dgm:pt>
    <dgm:pt modelId="{5052A1C2-9BEE-4381-AC7E-CB10C968D484}" type="pres">
      <dgm:prSet presAssocID="{C2F5BB2D-8B5E-4236-A789-13901F5BFDEC}" presName="Name0" presStyleCnt="0">
        <dgm:presLayoutVars>
          <dgm:dir/>
          <dgm:animLvl val="lvl"/>
          <dgm:resizeHandles val="exact"/>
        </dgm:presLayoutVars>
      </dgm:prSet>
      <dgm:spPr/>
    </dgm:pt>
    <dgm:pt modelId="{432C354D-8872-4C78-B421-147128D30663}" type="pres">
      <dgm:prSet presAssocID="{4199B04D-35AE-4D02-A0B2-4F1B22B0013A}" presName="linNode" presStyleCnt="0"/>
      <dgm:spPr/>
    </dgm:pt>
    <dgm:pt modelId="{018C2687-1B8D-4652-8BE0-35EF55EDF6A9}" type="pres">
      <dgm:prSet presAssocID="{4199B04D-35AE-4D02-A0B2-4F1B22B0013A}" presName="parentText" presStyleLbl="solidFgAcc1" presStyleIdx="0" presStyleCnt="6">
        <dgm:presLayoutVars>
          <dgm:chMax val="1"/>
          <dgm:bulletEnabled/>
        </dgm:presLayoutVars>
      </dgm:prSet>
      <dgm:spPr/>
    </dgm:pt>
    <dgm:pt modelId="{0A7E9028-064A-431E-A288-8C93CDB0EA71}" type="pres">
      <dgm:prSet presAssocID="{4199B04D-35AE-4D02-A0B2-4F1B22B0013A}" presName="descendantText" presStyleLbl="alignNode1" presStyleIdx="0" presStyleCnt="6">
        <dgm:presLayoutVars>
          <dgm:bulletEnabled/>
        </dgm:presLayoutVars>
      </dgm:prSet>
      <dgm:spPr/>
    </dgm:pt>
    <dgm:pt modelId="{4CDD4D61-FF6F-4D14-87C5-789EFB4F25FA}" type="pres">
      <dgm:prSet presAssocID="{5163B0C5-8ABC-4A93-9D3A-0413E3523F50}" presName="sp" presStyleCnt="0"/>
      <dgm:spPr/>
    </dgm:pt>
    <dgm:pt modelId="{0C11B068-EA5D-402A-8F26-6550D8D7AADB}" type="pres">
      <dgm:prSet presAssocID="{33539996-6D1B-4ED2-9CA5-1F87FCFDCAED}" presName="linNode" presStyleCnt="0"/>
      <dgm:spPr/>
    </dgm:pt>
    <dgm:pt modelId="{7E628DE8-66B3-41D9-AAC8-1FB9E5EFF347}" type="pres">
      <dgm:prSet presAssocID="{33539996-6D1B-4ED2-9CA5-1F87FCFDCAED}" presName="parentText" presStyleLbl="solidFgAcc1" presStyleIdx="1" presStyleCnt="6">
        <dgm:presLayoutVars>
          <dgm:chMax val="1"/>
          <dgm:bulletEnabled/>
        </dgm:presLayoutVars>
      </dgm:prSet>
      <dgm:spPr/>
    </dgm:pt>
    <dgm:pt modelId="{D2D7A077-62B9-4A79-A79E-656B7A09E3D0}" type="pres">
      <dgm:prSet presAssocID="{33539996-6D1B-4ED2-9CA5-1F87FCFDCAED}" presName="descendantText" presStyleLbl="alignNode1" presStyleIdx="1" presStyleCnt="6">
        <dgm:presLayoutVars>
          <dgm:bulletEnabled/>
        </dgm:presLayoutVars>
      </dgm:prSet>
      <dgm:spPr/>
    </dgm:pt>
    <dgm:pt modelId="{60122761-6BA3-4E4A-91BE-70C041ED4256}" type="pres">
      <dgm:prSet presAssocID="{20AAF807-2209-4E26-A56F-1D9890C2A5AE}" presName="sp" presStyleCnt="0"/>
      <dgm:spPr/>
    </dgm:pt>
    <dgm:pt modelId="{5483C55A-40D3-4617-9D2A-AAC4AECC3CBA}" type="pres">
      <dgm:prSet presAssocID="{0DCEBD22-8EDF-47EC-965F-1A5B671A5ABD}" presName="linNode" presStyleCnt="0"/>
      <dgm:spPr/>
    </dgm:pt>
    <dgm:pt modelId="{CDCEE6A2-CD53-467E-A4BA-6C279B76BAFE}" type="pres">
      <dgm:prSet presAssocID="{0DCEBD22-8EDF-47EC-965F-1A5B671A5ABD}" presName="parentText" presStyleLbl="solidFgAcc1" presStyleIdx="2" presStyleCnt="6">
        <dgm:presLayoutVars>
          <dgm:chMax val="1"/>
          <dgm:bulletEnabled/>
        </dgm:presLayoutVars>
      </dgm:prSet>
      <dgm:spPr/>
    </dgm:pt>
    <dgm:pt modelId="{88EA6A96-0229-4E97-98DD-0A7A6E95586D}" type="pres">
      <dgm:prSet presAssocID="{0DCEBD22-8EDF-47EC-965F-1A5B671A5ABD}" presName="descendantText" presStyleLbl="alignNode1" presStyleIdx="2" presStyleCnt="6">
        <dgm:presLayoutVars>
          <dgm:bulletEnabled/>
        </dgm:presLayoutVars>
      </dgm:prSet>
      <dgm:spPr/>
    </dgm:pt>
    <dgm:pt modelId="{E871A163-0DFD-4DE3-A30C-7BBFC8248D36}" type="pres">
      <dgm:prSet presAssocID="{C8CE7BC3-8740-4D9B-9B57-8E4C08D2383C}" presName="sp" presStyleCnt="0"/>
      <dgm:spPr/>
    </dgm:pt>
    <dgm:pt modelId="{029739F3-32FE-4ABA-A126-63BE4F0343B8}" type="pres">
      <dgm:prSet presAssocID="{E422ACC0-10C1-47CD-AEDD-800C45CE5AEE}" presName="linNode" presStyleCnt="0"/>
      <dgm:spPr/>
    </dgm:pt>
    <dgm:pt modelId="{DB7DDF18-D87D-4925-823B-CC34426705EF}" type="pres">
      <dgm:prSet presAssocID="{E422ACC0-10C1-47CD-AEDD-800C45CE5AEE}" presName="parentText" presStyleLbl="solidFgAcc1" presStyleIdx="3" presStyleCnt="6">
        <dgm:presLayoutVars>
          <dgm:chMax val="1"/>
          <dgm:bulletEnabled/>
        </dgm:presLayoutVars>
      </dgm:prSet>
      <dgm:spPr/>
    </dgm:pt>
    <dgm:pt modelId="{59961663-44C3-4915-94AF-F6766D004BCE}" type="pres">
      <dgm:prSet presAssocID="{E422ACC0-10C1-47CD-AEDD-800C45CE5AEE}" presName="descendantText" presStyleLbl="alignNode1" presStyleIdx="3" presStyleCnt="6">
        <dgm:presLayoutVars>
          <dgm:bulletEnabled/>
        </dgm:presLayoutVars>
      </dgm:prSet>
      <dgm:spPr/>
    </dgm:pt>
    <dgm:pt modelId="{EDE976ED-3CE0-4A22-9B33-FE6C9833808E}" type="pres">
      <dgm:prSet presAssocID="{F919534B-DBA1-4BFD-924B-0949C3136DDB}" presName="sp" presStyleCnt="0"/>
      <dgm:spPr/>
    </dgm:pt>
    <dgm:pt modelId="{509C14AD-71D1-4010-90F7-B3224FBA66CD}" type="pres">
      <dgm:prSet presAssocID="{A0DEE710-0928-49BE-B530-0AE7BE0E741F}" presName="linNode" presStyleCnt="0"/>
      <dgm:spPr/>
    </dgm:pt>
    <dgm:pt modelId="{D222EDBB-ADBE-41D6-A107-1DAA1F66DC75}" type="pres">
      <dgm:prSet presAssocID="{A0DEE710-0928-49BE-B530-0AE7BE0E741F}" presName="parentText" presStyleLbl="solidFgAcc1" presStyleIdx="4" presStyleCnt="6">
        <dgm:presLayoutVars>
          <dgm:chMax val="1"/>
          <dgm:bulletEnabled/>
        </dgm:presLayoutVars>
      </dgm:prSet>
      <dgm:spPr/>
    </dgm:pt>
    <dgm:pt modelId="{8D86BD25-0B75-4658-A3F2-C14BEF036425}" type="pres">
      <dgm:prSet presAssocID="{A0DEE710-0928-49BE-B530-0AE7BE0E741F}" presName="descendantText" presStyleLbl="alignNode1" presStyleIdx="4" presStyleCnt="6">
        <dgm:presLayoutVars>
          <dgm:bulletEnabled/>
        </dgm:presLayoutVars>
      </dgm:prSet>
      <dgm:spPr/>
    </dgm:pt>
    <dgm:pt modelId="{9AAA9103-403C-4EC1-A635-CDC90772A525}" type="pres">
      <dgm:prSet presAssocID="{7F60D5B4-674A-4555-9D04-D621AC8B2192}" presName="sp" presStyleCnt="0"/>
      <dgm:spPr/>
    </dgm:pt>
    <dgm:pt modelId="{71505B62-3CE5-47A8-8AF3-05AE610FC7B2}" type="pres">
      <dgm:prSet presAssocID="{2270BBB8-521D-41C5-9AC6-1B391C757354}" presName="linNode" presStyleCnt="0"/>
      <dgm:spPr/>
    </dgm:pt>
    <dgm:pt modelId="{F7A53450-C554-42BB-99DE-48A30FE10099}" type="pres">
      <dgm:prSet presAssocID="{2270BBB8-521D-41C5-9AC6-1B391C757354}" presName="parentText" presStyleLbl="solidFgAcc1" presStyleIdx="5" presStyleCnt="6">
        <dgm:presLayoutVars>
          <dgm:chMax val="1"/>
          <dgm:bulletEnabled/>
        </dgm:presLayoutVars>
      </dgm:prSet>
      <dgm:spPr/>
    </dgm:pt>
    <dgm:pt modelId="{F14BCF1E-B5A0-470C-B1C5-9080F1891860}" type="pres">
      <dgm:prSet presAssocID="{2270BBB8-521D-41C5-9AC6-1B391C757354}" presName="descendantText" presStyleLbl="alignNode1" presStyleIdx="5" presStyleCnt="6">
        <dgm:presLayoutVars>
          <dgm:bulletEnabled/>
        </dgm:presLayoutVars>
      </dgm:prSet>
      <dgm:spPr/>
    </dgm:pt>
  </dgm:ptLst>
  <dgm:cxnLst>
    <dgm:cxn modelId="{C4BE8613-3CB8-419D-8FFE-B3D4A6FBCCBD}" type="presOf" srcId="{2270BBB8-521D-41C5-9AC6-1B391C757354}" destId="{F7A53450-C554-42BB-99DE-48A30FE10099}" srcOrd="0" destOrd="0" presId="urn:microsoft.com/office/officeart/2016/7/layout/VerticalHollowActionList"/>
    <dgm:cxn modelId="{4F60B61B-879F-47F1-8952-FB4916C136E3}" srcId="{C2F5BB2D-8B5E-4236-A789-13901F5BFDEC}" destId="{2270BBB8-521D-41C5-9AC6-1B391C757354}" srcOrd="5" destOrd="0" parTransId="{35804A50-056B-4CA7-A483-4E90E86769C4}" sibTransId="{D4E950D6-12FE-4B50-8393-B4423F406DB4}"/>
    <dgm:cxn modelId="{4231BB1B-0CFD-4A68-8703-ACAABD1CA986}" type="presOf" srcId="{33539996-6D1B-4ED2-9CA5-1F87FCFDCAED}" destId="{7E628DE8-66B3-41D9-AAC8-1FB9E5EFF347}" srcOrd="0" destOrd="0" presId="urn:microsoft.com/office/officeart/2016/7/layout/VerticalHollowActionList"/>
    <dgm:cxn modelId="{CBEC9624-A19B-452A-9E76-3DB12DD9B8D7}" srcId="{4199B04D-35AE-4D02-A0B2-4F1B22B0013A}" destId="{7E231A72-1D46-42D6-BFF2-6062EF2E57F3}" srcOrd="0" destOrd="0" parTransId="{34E74B78-D404-4B5F-83D2-EBEB81FA3C13}" sibTransId="{D3717D88-0726-4920-937C-673CA3754CE7}"/>
    <dgm:cxn modelId="{79DCA725-6496-4B58-975B-628277F7A566}" type="presOf" srcId="{98C8AFF3-CE05-4DE4-BFDE-DE6F46BE594E}" destId="{F14BCF1E-B5A0-470C-B1C5-9080F1891860}" srcOrd="0" destOrd="0" presId="urn:microsoft.com/office/officeart/2016/7/layout/VerticalHollowActionList"/>
    <dgm:cxn modelId="{02F3E93B-A6F5-4F62-ACBA-FC36E0F2EAC6}" srcId="{E422ACC0-10C1-47CD-AEDD-800C45CE5AEE}" destId="{B5AE8008-7DDE-4E02-8ACC-2DD56831A10A}" srcOrd="0" destOrd="0" parTransId="{99310FA4-2DB8-4903-AE98-FD13FE315EA0}" sibTransId="{1026000E-6609-444F-86CB-4D9B0CF39552}"/>
    <dgm:cxn modelId="{83065644-0B57-47AC-88CC-82CD595C0F2E}" type="presOf" srcId="{B5AE8008-7DDE-4E02-8ACC-2DD56831A10A}" destId="{59961663-44C3-4915-94AF-F6766D004BCE}" srcOrd="0" destOrd="0" presId="urn:microsoft.com/office/officeart/2016/7/layout/VerticalHollowActionList"/>
    <dgm:cxn modelId="{FCCBA546-80F2-4042-A0C7-3156F7680754}" type="presOf" srcId="{03097125-0BC0-4D44-BA96-2D7FDFDE8180}" destId="{D2D7A077-62B9-4A79-A79E-656B7A09E3D0}" srcOrd="0" destOrd="0" presId="urn:microsoft.com/office/officeart/2016/7/layout/VerticalHollowActionList"/>
    <dgm:cxn modelId="{71354247-171F-452D-A241-08EEBC933C25}" type="presOf" srcId="{71138C34-5C10-4CD4-A038-B4EDDB966222}" destId="{88EA6A96-0229-4E97-98DD-0A7A6E95586D}" srcOrd="0" destOrd="0" presId="urn:microsoft.com/office/officeart/2016/7/layout/VerticalHollowActionList"/>
    <dgm:cxn modelId="{9313674C-034B-4F9E-8245-582E057B28B4}" srcId="{0DCEBD22-8EDF-47EC-965F-1A5B671A5ABD}" destId="{71138C34-5C10-4CD4-A038-B4EDDB966222}" srcOrd="0" destOrd="0" parTransId="{097D9D51-D965-4AC2-A83A-CA94CA6F231A}" sibTransId="{7637D99F-2359-4BF2-A002-DF3CA89CCAC7}"/>
    <dgm:cxn modelId="{0329656E-9C12-4514-B1F6-473A2A89B62A}" srcId="{33539996-6D1B-4ED2-9CA5-1F87FCFDCAED}" destId="{03097125-0BC0-4D44-BA96-2D7FDFDE8180}" srcOrd="0" destOrd="0" parTransId="{58B12FFB-5779-4CF4-8C40-376493F51AC6}" sibTransId="{58B7B9BB-0160-4723-9901-295D4CE55029}"/>
    <dgm:cxn modelId="{253B804F-0371-4E91-91E4-70FA6CF76BAD}" srcId="{C2F5BB2D-8B5E-4236-A789-13901F5BFDEC}" destId="{A0DEE710-0928-49BE-B530-0AE7BE0E741F}" srcOrd="4" destOrd="0" parTransId="{A5D2B893-29DD-41C0-949C-282357EE82D0}" sibTransId="{7F60D5B4-674A-4555-9D04-D621AC8B2192}"/>
    <dgm:cxn modelId="{B1B70754-A221-4731-B916-ECDAA45E5600}" type="presOf" srcId="{A0DEE710-0928-49BE-B530-0AE7BE0E741F}" destId="{D222EDBB-ADBE-41D6-A107-1DAA1F66DC75}" srcOrd="0" destOrd="0" presId="urn:microsoft.com/office/officeart/2016/7/layout/VerticalHollowActionList"/>
    <dgm:cxn modelId="{B0FA835A-8B15-4BD2-A83A-CFD685CE357C}" srcId="{C2F5BB2D-8B5E-4236-A789-13901F5BFDEC}" destId="{4199B04D-35AE-4D02-A0B2-4F1B22B0013A}" srcOrd="0" destOrd="0" parTransId="{124D1FDC-B663-448F-A83B-44377DF0C1F9}" sibTransId="{5163B0C5-8ABC-4A93-9D3A-0413E3523F50}"/>
    <dgm:cxn modelId="{366DA27A-11D1-487B-BA14-2CD2D98A0A47}" type="presOf" srcId="{C2F5BB2D-8B5E-4236-A789-13901F5BFDEC}" destId="{5052A1C2-9BEE-4381-AC7E-CB10C968D484}" srcOrd="0" destOrd="0" presId="urn:microsoft.com/office/officeart/2016/7/layout/VerticalHollowActionList"/>
    <dgm:cxn modelId="{2968707E-D428-4704-955D-7DF8C825F900}" srcId="{2270BBB8-521D-41C5-9AC6-1B391C757354}" destId="{98C8AFF3-CE05-4DE4-BFDE-DE6F46BE594E}" srcOrd="0" destOrd="0" parTransId="{DE0D2882-9E9E-488A-B32B-8AF4620DE836}" sibTransId="{DB07652B-8B79-4CEB-B7E9-CDEF094595EB}"/>
    <dgm:cxn modelId="{3479A58D-4265-461F-857A-999A839C8640}" srcId="{A0DEE710-0928-49BE-B530-0AE7BE0E741F}" destId="{1CDDA57F-4D84-4CB0-8F87-D4DC2A7B19B7}" srcOrd="0" destOrd="0" parTransId="{95DA3EFD-62EC-4BED-83E5-6C3196788958}" sibTransId="{B14E666D-0655-42F2-BF94-7F3D4B9899D3}"/>
    <dgm:cxn modelId="{4909229C-547F-4E6D-B431-93F3A405A0B3}" srcId="{C2F5BB2D-8B5E-4236-A789-13901F5BFDEC}" destId="{0DCEBD22-8EDF-47EC-965F-1A5B671A5ABD}" srcOrd="2" destOrd="0" parTransId="{46D79978-33CD-44E0-9A75-4BFAB1468AA8}" sibTransId="{C8CE7BC3-8740-4D9B-9B57-8E4C08D2383C}"/>
    <dgm:cxn modelId="{BEA2CAA0-2CED-4D3C-B93C-CF0EAE9BE597}" type="presOf" srcId="{7E231A72-1D46-42D6-BFF2-6062EF2E57F3}" destId="{0A7E9028-064A-431E-A288-8C93CDB0EA71}" srcOrd="0" destOrd="0" presId="urn:microsoft.com/office/officeart/2016/7/layout/VerticalHollowActionList"/>
    <dgm:cxn modelId="{BC327AC9-4CD4-479A-9A0D-A836DC8D4AD4}" srcId="{C2F5BB2D-8B5E-4236-A789-13901F5BFDEC}" destId="{33539996-6D1B-4ED2-9CA5-1F87FCFDCAED}" srcOrd="1" destOrd="0" parTransId="{C6B595C9-A123-4A8F-990A-C5C260B69061}" sibTransId="{20AAF807-2209-4E26-A56F-1D9890C2A5AE}"/>
    <dgm:cxn modelId="{E9BAB3CD-F8C8-44E5-879D-A9AFFA9F87A4}" type="presOf" srcId="{E422ACC0-10C1-47CD-AEDD-800C45CE5AEE}" destId="{DB7DDF18-D87D-4925-823B-CC34426705EF}" srcOrd="0" destOrd="0" presId="urn:microsoft.com/office/officeart/2016/7/layout/VerticalHollowActionList"/>
    <dgm:cxn modelId="{4DA5BED8-8CE1-409A-8558-759A08AF274B}" type="presOf" srcId="{1CDDA57F-4D84-4CB0-8F87-D4DC2A7B19B7}" destId="{8D86BD25-0B75-4658-A3F2-C14BEF036425}" srcOrd="0" destOrd="0" presId="urn:microsoft.com/office/officeart/2016/7/layout/VerticalHollowActionList"/>
    <dgm:cxn modelId="{C817D2D9-79D2-4657-A1DC-5F1D26E67482}" srcId="{C2F5BB2D-8B5E-4236-A789-13901F5BFDEC}" destId="{E422ACC0-10C1-47CD-AEDD-800C45CE5AEE}" srcOrd="3" destOrd="0" parTransId="{E6C8A19A-958A-4C39-BEFF-5C9BE71272D9}" sibTransId="{F919534B-DBA1-4BFD-924B-0949C3136DDB}"/>
    <dgm:cxn modelId="{59F73EDD-8627-4EF7-A317-D8DD4CE4F773}" type="presOf" srcId="{0DCEBD22-8EDF-47EC-965F-1A5B671A5ABD}" destId="{CDCEE6A2-CD53-467E-A4BA-6C279B76BAFE}" srcOrd="0" destOrd="0" presId="urn:microsoft.com/office/officeart/2016/7/layout/VerticalHollowActionList"/>
    <dgm:cxn modelId="{8AD7A3ED-F614-460C-9602-7DA5B0D502B7}" type="presOf" srcId="{4199B04D-35AE-4D02-A0B2-4F1B22B0013A}" destId="{018C2687-1B8D-4652-8BE0-35EF55EDF6A9}" srcOrd="0" destOrd="0" presId="urn:microsoft.com/office/officeart/2016/7/layout/VerticalHollowActionList"/>
    <dgm:cxn modelId="{729890FF-57EE-4518-A85A-B83C562D4D44}" type="presParOf" srcId="{5052A1C2-9BEE-4381-AC7E-CB10C968D484}" destId="{432C354D-8872-4C78-B421-147128D30663}" srcOrd="0" destOrd="0" presId="urn:microsoft.com/office/officeart/2016/7/layout/VerticalHollowActionList"/>
    <dgm:cxn modelId="{CA8AC3B7-4319-498B-BB3D-6E58B8CF3AF3}" type="presParOf" srcId="{432C354D-8872-4C78-B421-147128D30663}" destId="{018C2687-1B8D-4652-8BE0-35EF55EDF6A9}" srcOrd="0" destOrd="0" presId="urn:microsoft.com/office/officeart/2016/7/layout/VerticalHollowActionList"/>
    <dgm:cxn modelId="{4BD37E41-4F1B-4F9F-BE61-A4DDF60B3F70}" type="presParOf" srcId="{432C354D-8872-4C78-B421-147128D30663}" destId="{0A7E9028-064A-431E-A288-8C93CDB0EA71}" srcOrd="1" destOrd="0" presId="urn:microsoft.com/office/officeart/2016/7/layout/VerticalHollowActionList"/>
    <dgm:cxn modelId="{B2255B41-2D11-400F-A44E-11ACD5D49D83}" type="presParOf" srcId="{5052A1C2-9BEE-4381-AC7E-CB10C968D484}" destId="{4CDD4D61-FF6F-4D14-87C5-789EFB4F25FA}" srcOrd="1" destOrd="0" presId="urn:microsoft.com/office/officeart/2016/7/layout/VerticalHollowActionList"/>
    <dgm:cxn modelId="{86BE2010-9938-4E41-B549-B146E9C0FC1E}" type="presParOf" srcId="{5052A1C2-9BEE-4381-AC7E-CB10C968D484}" destId="{0C11B068-EA5D-402A-8F26-6550D8D7AADB}" srcOrd="2" destOrd="0" presId="urn:microsoft.com/office/officeart/2016/7/layout/VerticalHollowActionList"/>
    <dgm:cxn modelId="{5661144F-5EFB-495D-9CD3-E421D16DFCEF}" type="presParOf" srcId="{0C11B068-EA5D-402A-8F26-6550D8D7AADB}" destId="{7E628DE8-66B3-41D9-AAC8-1FB9E5EFF347}" srcOrd="0" destOrd="0" presId="urn:microsoft.com/office/officeart/2016/7/layout/VerticalHollowActionList"/>
    <dgm:cxn modelId="{227D22A0-9E10-4FDB-BA2C-8498D516460B}" type="presParOf" srcId="{0C11B068-EA5D-402A-8F26-6550D8D7AADB}" destId="{D2D7A077-62B9-4A79-A79E-656B7A09E3D0}" srcOrd="1" destOrd="0" presId="urn:microsoft.com/office/officeart/2016/7/layout/VerticalHollowActionList"/>
    <dgm:cxn modelId="{B7782626-7A0A-4149-B2B1-360AD3008A93}" type="presParOf" srcId="{5052A1C2-9BEE-4381-AC7E-CB10C968D484}" destId="{60122761-6BA3-4E4A-91BE-70C041ED4256}" srcOrd="3" destOrd="0" presId="urn:microsoft.com/office/officeart/2016/7/layout/VerticalHollowActionList"/>
    <dgm:cxn modelId="{55AD2EA0-F60F-45E9-A442-53C173F74B15}" type="presParOf" srcId="{5052A1C2-9BEE-4381-AC7E-CB10C968D484}" destId="{5483C55A-40D3-4617-9D2A-AAC4AECC3CBA}" srcOrd="4" destOrd="0" presId="urn:microsoft.com/office/officeart/2016/7/layout/VerticalHollowActionList"/>
    <dgm:cxn modelId="{C0579947-FB68-4976-B869-6077C4B34912}" type="presParOf" srcId="{5483C55A-40D3-4617-9D2A-AAC4AECC3CBA}" destId="{CDCEE6A2-CD53-467E-A4BA-6C279B76BAFE}" srcOrd="0" destOrd="0" presId="urn:microsoft.com/office/officeart/2016/7/layout/VerticalHollowActionList"/>
    <dgm:cxn modelId="{5DD91D55-2991-487D-BCD1-48D28496E9C2}" type="presParOf" srcId="{5483C55A-40D3-4617-9D2A-AAC4AECC3CBA}" destId="{88EA6A96-0229-4E97-98DD-0A7A6E95586D}" srcOrd="1" destOrd="0" presId="urn:microsoft.com/office/officeart/2016/7/layout/VerticalHollowActionList"/>
    <dgm:cxn modelId="{948A0646-552A-444D-85B2-E1780D34C41D}" type="presParOf" srcId="{5052A1C2-9BEE-4381-AC7E-CB10C968D484}" destId="{E871A163-0DFD-4DE3-A30C-7BBFC8248D36}" srcOrd="5" destOrd="0" presId="urn:microsoft.com/office/officeart/2016/7/layout/VerticalHollowActionList"/>
    <dgm:cxn modelId="{AB924320-0AF9-4065-88D5-752BFBA71476}" type="presParOf" srcId="{5052A1C2-9BEE-4381-AC7E-CB10C968D484}" destId="{029739F3-32FE-4ABA-A126-63BE4F0343B8}" srcOrd="6" destOrd="0" presId="urn:microsoft.com/office/officeart/2016/7/layout/VerticalHollowActionList"/>
    <dgm:cxn modelId="{9C25E469-E5B1-46D4-BBF2-C3FFFB476998}" type="presParOf" srcId="{029739F3-32FE-4ABA-A126-63BE4F0343B8}" destId="{DB7DDF18-D87D-4925-823B-CC34426705EF}" srcOrd="0" destOrd="0" presId="urn:microsoft.com/office/officeart/2016/7/layout/VerticalHollowActionList"/>
    <dgm:cxn modelId="{646BD969-D559-4AB2-8A59-1044BF5778FF}" type="presParOf" srcId="{029739F3-32FE-4ABA-A126-63BE4F0343B8}" destId="{59961663-44C3-4915-94AF-F6766D004BCE}" srcOrd="1" destOrd="0" presId="urn:microsoft.com/office/officeart/2016/7/layout/VerticalHollowActionList"/>
    <dgm:cxn modelId="{CA086A87-DBF5-4F62-BB24-80D46E6E5C25}" type="presParOf" srcId="{5052A1C2-9BEE-4381-AC7E-CB10C968D484}" destId="{EDE976ED-3CE0-4A22-9B33-FE6C9833808E}" srcOrd="7" destOrd="0" presId="urn:microsoft.com/office/officeart/2016/7/layout/VerticalHollowActionList"/>
    <dgm:cxn modelId="{E4090D8C-2792-4AD6-B3F9-4D296CB43FA4}" type="presParOf" srcId="{5052A1C2-9BEE-4381-AC7E-CB10C968D484}" destId="{509C14AD-71D1-4010-90F7-B3224FBA66CD}" srcOrd="8" destOrd="0" presId="urn:microsoft.com/office/officeart/2016/7/layout/VerticalHollowActionList"/>
    <dgm:cxn modelId="{8B50065F-4086-4721-8812-67007171EF16}" type="presParOf" srcId="{509C14AD-71D1-4010-90F7-B3224FBA66CD}" destId="{D222EDBB-ADBE-41D6-A107-1DAA1F66DC75}" srcOrd="0" destOrd="0" presId="urn:microsoft.com/office/officeart/2016/7/layout/VerticalHollowActionList"/>
    <dgm:cxn modelId="{141B5CE8-956A-47FF-AAD5-76934B8FD35B}" type="presParOf" srcId="{509C14AD-71D1-4010-90F7-B3224FBA66CD}" destId="{8D86BD25-0B75-4658-A3F2-C14BEF036425}" srcOrd="1" destOrd="0" presId="urn:microsoft.com/office/officeart/2016/7/layout/VerticalHollowActionList"/>
    <dgm:cxn modelId="{45E935F6-2BB6-4598-B095-9284A13BDF4E}" type="presParOf" srcId="{5052A1C2-9BEE-4381-AC7E-CB10C968D484}" destId="{9AAA9103-403C-4EC1-A635-CDC90772A525}" srcOrd="9" destOrd="0" presId="urn:microsoft.com/office/officeart/2016/7/layout/VerticalHollowActionList"/>
    <dgm:cxn modelId="{3707C06C-42C0-4CE4-A502-7295B168787A}" type="presParOf" srcId="{5052A1C2-9BEE-4381-AC7E-CB10C968D484}" destId="{71505B62-3CE5-47A8-8AF3-05AE610FC7B2}" srcOrd="10" destOrd="0" presId="urn:microsoft.com/office/officeart/2016/7/layout/VerticalHollowActionList"/>
    <dgm:cxn modelId="{E5DB4BD6-72D2-4D74-84D7-4E1E17A6DB40}" type="presParOf" srcId="{71505B62-3CE5-47A8-8AF3-05AE610FC7B2}" destId="{F7A53450-C554-42BB-99DE-48A30FE10099}" srcOrd="0" destOrd="0" presId="urn:microsoft.com/office/officeart/2016/7/layout/VerticalHollowActionList"/>
    <dgm:cxn modelId="{9CC52660-423A-4413-8B45-24BA6AC12EE7}" type="presParOf" srcId="{71505B62-3CE5-47A8-8AF3-05AE610FC7B2}" destId="{F14BCF1E-B5A0-470C-B1C5-9080F1891860}" srcOrd="1" destOrd="0" presId="urn:microsoft.com/office/officeart/2016/7/layout/VerticalHollow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AEFB22D-EE6D-4859-B2ED-F1AA655E575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4D37D0F-58EB-416E-8787-4B05ED19100A}">
      <dgm:prSet/>
      <dgm:spPr/>
      <dgm:t>
        <a:bodyPr/>
        <a:lstStyle/>
        <a:p>
          <a:pPr rtl="0"/>
          <a:r>
            <a:rPr lang="en-US">
              <a:latin typeface="Calibri"/>
              <a:cs typeface="Calibri"/>
            </a:rPr>
            <a:t>Students must upload the following documents on SILI:</a:t>
          </a:r>
        </a:p>
      </dgm:t>
    </dgm:pt>
    <dgm:pt modelId="{56C2F47A-650A-4840-9179-02E16B623C22}" type="parTrans" cxnId="{92A7F391-E5ED-439A-BFC5-4584841B7415}">
      <dgm:prSet/>
      <dgm:spPr/>
      <dgm:t>
        <a:bodyPr/>
        <a:lstStyle/>
        <a:p>
          <a:endParaRPr lang="en-US"/>
        </a:p>
      </dgm:t>
    </dgm:pt>
    <dgm:pt modelId="{C0F0415C-F3DA-41D5-B796-33C00A38A5F4}" type="sibTrans" cxnId="{92A7F391-E5ED-439A-BFC5-4584841B7415}">
      <dgm:prSet/>
      <dgm:spPr/>
      <dgm:t>
        <a:bodyPr/>
        <a:lstStyle/>
        <a:p>
          <a:endParaRPr lang="en-US"/>
        </a:p>
      </dgm:t>
    </dgm:pt>
    <dgm:pt modelId="{687DF005-C984-4C65-8102-6A134DDD8A2E}">
      <dgm:prSet/>
      <dgm:spPr/>
      <dgm:t>
        <a:bodyPr/>
        <a:lstStyle/>
        <a:p>
          <a:r>
            <a:rPr lang="en-US" dirty="0">
              <a:solidFill>
                <a:srgbClr val="071BF5"/>
              </a:solidFill>
              <a:latin typeface="Calibri"/>
              <a:cs typeface="Calibri"/>
            </a:rPr>
            <a:t>Form A - Registration Confirmation (</a:t>
          </a:r>
          <a:r>
            <a:rPr lang="en-US" b="1" dirty="0">
              <a:solidFill>
                <a:srgbClr val="071BF5"/>
              </a:solidFill>
              <a:latin typeface="Calibri"/>
              <a:cs typeface="Calibri"/>
            </a:rPr>
            <a:t>compulsory</a:t>
          </a:r>
          <a:r>
            <a:rPr lang="en-US" dirty="0">
              <a:solidFill>
                <a:srgbClr val="071BF5"/>
              </a:solidFill>
              <a:latin typeface="Calibri"/>
              <a:cs typeface="Calibri"/>
            </a:rPr>
            <a:t>) </a:t>
          </a:r>
        </a:p>
      </dgm:t>
    </dgm:pt>
    <dgm:pt modelId="{626F31B3-CE41-41EB-A822-3B2BECD97B31}" type="parTrans" cxnId="{D5DEF34B-6639-47C9-8588-449287416BD1}">
      <dgm:prSet/>
      <dgm:spPr/>
      <dgm:t>
        <a:bodyPr/>
        <a:lstStyle/>
        <a:p>
          <a:endParaRPr lang="en-US"/>
        </a:p>
      </dgm:t>
    </dgm:pt>
    <dgm:pt modelId="{BA90E10E-8BDB-43D5-92BA-ADFD9049A329}" type="sibTrans" cxnId="{D5DEF34B-6639-47C9-8588-449287416BD1}">
      <dgm:prSet/>
      <dgm:spPr/>
      <dgm:t>
        <a:bodyPr/>
        <a:lstStyle/>
        <a:p>
          <a:endParaRPr lang="en-US"/>
        </a:p>
      </dgm:t>
    </dgm:pt>
    <dgm:pt modelId="{E22E182E-DBBF-4760-83A9-053EF226A3C4}">
      <dgm:prSet/>
      <dgm:spPr/>
      <dgm:t>
        <a:bodyPr/>
        <a:lstStyle/>
        <a:p>
          <a:r>
            <a:rPr lang="en-US">
              <a:solidFill>
                <a:srgbClr val="071BF5"/>
              </a:solidFill>
              <a:latin typeface="Calibri"/>
              <a:cs typeface="Calibri"/>
            </a:rPr>
            <a:t>Form B - Change of Industrial Training Company Address (if apply)</a:t>
          </a:r>
        </a:p>
      </dgm:t>
    </dgm:pt>
    <dgm:pt modelId="{DBB771BC-3A20-488C-A32A-F42665F28AF0}" type="parTrans" cxnId="{45D14F6D-8464-4840-8C5A-47901B530913}">
      <dgm:prSet/>
      <dgm:spPr/>
      <dgm:t>
        <a:bodyPr/>
        <a:lstStyle/>
        <a:p>
          <a:endParaRPr lang="en-US"/>
        </a:p>
      </dgm:t>
    </dgm:pt>
    <dgm:pt modelId="{DD7D6702-55FB-4A18-8831-184502EC9949}" type="sibTrans" cxnId="{45D14F6D-8464-4840-8C5A-47901B530913}">
      <dgm:prSet/>
      <dgm:spPr/>
      <dgm:t>
        <a:bodyPr/>
        <a:lstStyle/>
        <a:p>
          <a:endParaRPr lang="en-US"/>
        </a:p>
      </dgm:t>
    </dgm:pt>
    <dgm:pt modelId="{8D13DC50-FA85-408F-9871-9BEF48F11BAF}">
      <dgm:prSet/>
      <dgm:spPr/>
      <dgm:t>
        <a:bodyPr/>
        <a:lstStyle/>
        <a:p>
          <a:pPr rtl="0"/>
          <a:r>
            <a:rPr lang="en-US">
              <a:latin typeface="Calibri"/>
              <a:cs typeface="Calibri"/>
            </a:rPr>
            <a:t>Any issues related to LI, student needs to refer their Faculty SV. </a:t>
          </a:r>
        </a:p>
      </dgm:t>
    </dgm:pt>
    <dgm:pt modelId="{358EE51A-0A1D-4F44-91A4-DD6FA335BF00}" type="parTrans" cxnId="{F323EB31-7FD5-48CC-A304-F224648D1E11}">
      <dgm:prSet/>
      <dgm:spPr/>
      <dgm:t>
        <a:bodyPr/>
        <a:lstStyle/>
        <a:p>
          <a:endParaRPr lang="en-US"/>
        </a:p>
      </dgm:t>
    </dgm:pt>
    <dgm:pt modelId="{43490557-FEBA-4E7C-B3E3-FCF54E0DD667}" type="sibTrans" cxnId="{F323EB31-7FD5-48CC-A304-F224648D1E11}">
      <dgm:prSet/>
      <dgm:spPr/>
      <dgm:t>
        <a:bodyPr/>
        <a:lstStyle/>
        <a:p>
          <a:endParaRPr lang="en-US"/>
        </a:p>
      </dgm:t>
    </dgm:pt>
    <dgm:pt modelId="{5C3F97CB-A053-401B-B770-87B920A5646F}">
      <dgm:prSet/>
      <dgm:spPr/>
      <dgm:t>
        <a:bodyPr/>
        <a:lstStyle/>
        <a:p>
          <a:pPr rtl="0"/>
          <a:r>
            <a:rPr lang="en-US">
              <a:latin typeface="Calibri"/>
              <a:cs typeface="Calibri"/>
            </a:rPr>
            <a:t>Ensure the job given is IT related. </a:t>
          </a:r>
          <a:br>
            <a:rPr lang="en-US">
              <a:latin typeface="Calibri"/>
              <a:cs typeface="Calibri"/>
            </a:rPr>
          </a:br>
          <a:r>
            <a:rPr lang="en-US">
              <a:latin typeface="Calibri"/>
              <a:cs typeface="Calibri"/>
            </a:rPr>
            <a:t>If not, discuss with Industry SV or suggest one.</a:t>
          </a:r>
        </a:p>
      </dgm:t>
    </dgm:pt>
    <dgm:pt modelId="{20F746D4-3572-4483-997C-74CB111383D9}" type="parTrans" cxnId="{93416445-A057-46D9-874B-2FC6C933505E}">
      <dgm:prSet/>
      <dgm:spPr/>
      <dgm:t>
        <a:bodyPr/>
        <a:lstStyle/>
        <a:p>
          <a:endParaRPr lang="en-US"/>
        </a:p>
      </dgm:t>
    </dgm:pt>
    <dgm:pt modelId="{BC6DEE70-8187-4367-A6CB-950A225C0BC9}" type="sibTrans" cxnId="{93416445-A057-46D9-874B-2FC6C933505E}">
      <dgm:prSet/>
      <dgm:spPr/>
      <dgm:t>
        <a:bodyPr/>
        <a:lstStyle/>
        <a:p>
          <a:endParaRPr lang="en-US"/>
        </a:p>
      </dgm:t>
    </dgm:pt>
    <dgm:pt modelId="{7DAE97F4-2BBB-43ED-96DA-C3D2104AE111}" type="pres">
      <dgm:prSet presAssocID="{5AEFB22D-EE6D-4859-B2ED-F1AA655E5759}" presName="root" presStyleCnt="0">
        <dgm:presLayoutVars>
          <dgm:dir/>
          <dgm:resizeHandles val="exact"/>
        </dgm:presLayoutVars>
      </dgm:prSet>
      <dgm:spPr/>
    </dgm:pt>
    <dgm:pt modelId="{05752C7F-2BAA-4C2A-9686-B951CACDFBCC}" type="pres">
      <dgm:prSet presAssocID="{B4D37D0F-58EB-416E-8787-4B05ED19100A}" presName="compNode" presStyleCnt="0"/>
      <dgm:spPr/>
    </dgm:pt>
    <dgm:pt modelId="{03647AD2-3FFD-4011-8132-FD887FD8544B}" type="pres">
      <dgm:prSet presAssocID="{B4D37D0F-58EB-416E-8787-4B05ED19100A}" presName="bgRect" presStyleLbl="bgShp" presStyleIdx="0" presStyleCnt="3"/>
      <dgm:spPr/>
    </dgm:pt>
    <dgm:pt modelId="{994CED8C-6CE4-4F0A-BFA3-046C0C142700}" type="pres">
      <dgm:prSet presAssocID="{B4D37D0F-58EB-416E-8787-4B05ED19100A}" presName="iconRect"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Checklist"/>
        </a:ext>
      </dgm:extLst>
    </dgm:pt>
    <dgm:pt modelId="{89EE75E0-8C83-40CC-86E1-F4BC87A983E2}" type="pres">
      <dgm:prSet presAssocID="{B4D37D0F-58EB-416E-8787-4B05ED19100A}" presName="spaceRect" presStyleCnt="0"/>
      <dgm:spPr/>
    </dgm:pt>
    <dgm:pt modelId="{3A5049F9-9EB3-4AC7-9CC5-669CFDC93FBE}" type="pres">
      <dgm:prSet presAssocID="{B4D37D0F-58EB-416E-8787-4B05ED19100A}" presName="parTx" presStyleLbl="revTx" presStyleIdx="0" presStyleCnt="4">
        <dgm:presLayoutVars>
          <dgm:chMax val="0"/>
          <dgm:chPref val="0"/>
        </dgm:presLayoutVars>
      </dgm:prSet>
      <dgm:spPr/>
    </dgm:pt>
    <dgm:pt modelId="{C0F70CB0-5511-4412-9715-30AC2B329F96}" type="pres">
      <dgm:prSet presAssocID="{B4D37D0F-58EB-416E-8787-4B05ED19100A}" presName="desTx" presStyleLbl="revTx" presStyleIdx="1" presStyleCnt="4">
        <dgm:presLayoutVars/>
      </dgm:prSet>
      <dgm:spPr/>
    </dgm:pt>
    <dgm:pt modelId="{80A42D5D-1F1A-4014-8B2E-92D747B5387E}" type="pres">
      <dgm:prSet presAssocID="{C0F0415C-F3DA-41D5-B796-33C00A38A5F4}" presName="sibTrans" presStyleCnt="0"/>
      <dgm:spPr/>
    </dgm:pt>
    <dgm:pt modelId="{7EEF1A2C-AF3E-4B17-80D5-2D8C9121DDB5}" type="pres">
      <dgm:prSet presAssocID="{8D13DC50-FA85-408F-9871-9BEF48F11BAF}" presName="compNode" presStyleCnt="0"/>
      <dgm:spPr/>
    </dgm:pt>
    <dgm:pt modelId="{B2E6B733-3FBF-4595-8B81-C31553D8AF76}" type="pres">
      <dgm:prSet presAssocID="{8D13DC50-FA85-408F-9871-9BEF48F11BAF}" presName="bgRect" presStyleLbl="bgShp" presStyleIdx="1" presStyleCnt="3"/>
      <dgm:spPr/>
    </dgm:pt>
    <dgm:pt modelId="{876683E0-8BC8-444D-A3C0-689878FF138D}" type="pres">
      <dgm:prSet presAssocID="{8D13DC50-FA85-408F-9871-9BEF48F11BAF}" presName="iconRect" presStyleLbl="node1" presStyleIdx="1" presStyleCnt="3"/>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DB5D6895-D42C-46B0-822D-3FC56EF46BFF}" type="pres">
      <dgm:prSet presAssocID="{8D13DC50-FA85-408F-9871-9BEF48F11BAF}" presName="spaceRect" presStyleCnt="0"/>
      <dgm:spPr/>
    </dgm:pt>
    <dgm:pt modelId="{B6B0E743-E74B-4243-8181-7A781A4C3D35}" type="pres">
      <dgm:prSet presAssocID="{8D13DC50-FA85-408F-9871-9BEF48F11BAF}" presName="parTx" presStyleLbl="revTx" presStyleIdx="2" presStyleCnt="4">
        <dgm:presLayoutVars>
          <dgm:chMax val="0"/>
          <dgm:chPref val="0"/>
        </dgm:presLayoutVars>
      </dgm:prSet>
      <dgm:spPr/>
    </dgm:pt>
    <dgm:pt modelId="{008251BF-1042-4649-81C5-5E50542D4B70}" type="pres">
      <dgm:prSet presAssocID="{43490557-FEBA-4E7C-B3E3-FCF54E0DD667}" presName="sibTrans" presStyleCnt="0"/>
      <dgm:spPr/>
    </dgm:pt>
    <dgm:pt modelId="{CCAF58D5-050B-4D21-8DE6-7B447FB74504}" type="pres">
      <dgm:prSet presAssocID="{5C3F97CB-A053-401B-B770-87B920A5646F}" presName="compNode" presStyleCnt="0"/>
      <dgm:spPr/>
    </dgm:pt>
    <dgm:pt modelId="{CE902A46-AC76-4E71-9B4C-A957EE8FCF4F}" type="pres">
      <dgm:prSet presAssocID="{5C3F97CB-A053-401B-B770-87B920A5646F}" presName="bgRect" presStyleLbl="bgShp" presStyleIdx="2" presStyleCnt="3"/>
      <dgm:spPr/>
    </dgm:pt>
    <dgm:pt modelId="{D58D89BB-8918-4487-8A69-AC94F4B50EC7}" type="pres">
      <dgm:prSet presAssocID="{5C3F97CB-A053-401B-B770-87B920A5646F}" presName="iconRect" presStyleLbl="node1" presStyleIdx="2" presStyleCnt="3"/>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ffice Worker"/>
        </a:ext>
      </dgm:extLst>
    </dgm:pt>
    <dgm:pt modelId="{72FCD503-74DB-4245-BB8E-9B6F0D134CA3}" type="pres">
      <dgm:prSet presAssocID="{5C3F97CB-A053-401B-B770-87B920A5646F}" presName="spaceRect" presStyleCnt="0"/>
      <dgm:spPr/>
    </dgm:pt>
    <dgm:pt modelId="{88EAB100-E83E-4CF2-B1E9-0E54806D2FBE}" type="pres">
      <dgm:prSet presAssocID="{5C3F97CB-A053-401B-B770-87B920A5646F}" presName="parTx" presStyleLbl="revTx" presStyleIdx="3" presStyleCnt="4">
        <dgm:presLayoutVars>
          <dgm:chMax val="0"/>
          <dgm:chPref val="0"/>
        </dgm:presLayoutVars>
      </dgm:prSet>
      <dgm:spPr/>
    </dgm:pt>
  </dgm:ptLst>
  <dgm:cxnLst>
    <dgm:cxn modelId="{5A4B5D31-B249-4CCC-98A0-D5F2D3D7D3E0}" type="presOf" srcId="{B4D37D0F-58EB-416E-8787-4B05ED19100A}" destId="{3A5049F9-9EB3-4AC7-9CC5-669CFDC93FBE}" srcOrd="0" destOrd="0" presId="urn:microsoft.com/office/officeart/2018/2/layout/IconVerticalSolidList"/>
    <dgm:cxn modelId="{F323EB31-7FD5-48CC-A304-F224648D1E11}" srcId="{5AEFB22D-EE6D-4859-B2ED-F1AA655E5759}" destId="{8D13DC50-FA85-408F-9871-9BEF48F11BAF}" srcOrd="1" destOrd="0" parTransId="{358EE51A-0A1D-4F44-91A4-DD6FA335BF00}" sibTransId="{43490557-FEBA-4E7C-B3E3-FCF54E0DD667}"/>
    <dgm:cxn modelId="{93416445-A057-46D9-874B-2FC6C933505E}" srcId="{5AEFB22D-EE6D-4859-B2ED-F1AA655E5759}" destId="{5C3F97CB-A053-401B-B770-87B920A5646F}" srcOrd="2" destOrd="0" parTransId="{20F746D4-3572-4483-997C-74CB111383D9}" sibTransId="{BC6DEE70-8187-4367-A6CB-950A225C0BC9}"/>
    <dgm:cxn modelId="{D5DEF34B-6639-47C9-8588-449287416BD1}" srcId="{B4D37D0F-58EB-416E-8787-4B05ED19100A}" destId="{687DF005-C984-4C65-8102-6A134DDD8A2E}" srcOrd="0" destOrd="0" parTransId="{626F31B3-CE41-41EB-A822-3B2BECD97B31}" sibTransId="{BA90E10E-8BDB-43D5-92BA-ADFD9049A329}"/>
    <dgm:cxn modelId="{45D14F6D-8464-4840-8C5A-47901B530913}" srcId="{B4D37D0F-58EB-416E-8787-4B05ED19100A}" destId="{E22E182E-DBBF-4760-83A9-053EF226A3C4}" srcOrd="1" destOrd="0" parTransId="{DBB771BC-3A20-488C-A32A-F42665F28AF0}" sibTransId="{DD7D6702-55FB-4A18-8831-184502EC9949}"/>
    <dgm:cxn modelId="{02505C7C-C251-4237-920F-5CFB17667C27}" type="presOf" srcId="{E22E182E-DBBF-4760-83A9-053EF226A3C4}" destId="{C0F70CB0-5511-4412-9715-30AC2B329F96}" srcOrd="0" destOrd="1" presId="urn:microsoft.com/office/officeart/2018/2/layout/IconVerticalSolidList"/>
    <dgm:cxn modelId="{92A7F391-E5ED-439A-BFC5-4584841B7415}" srcId="{5AEFB22D-EE6D-4859-B2ED-F1AA655E5759}" destId="{B4D37D0F-58EB-416E-8787-4B05ED19100A}" srcOrd="0" destOrd="0" parTransId="{56C2F47A-650A-4840-9179-02E16B623C22}" sibTransId="{C0F0415C-F3DA-41D5-B796-33C00A38A5F4}"/>
    <dgm:cxn modelId="{8CACAF9B-492F-418F-807D-975690BCB7B9}" type="presOf" srcId="{5AEFB22D-EE6D-4859-B2ED-F1AA655E5759}" destId="{7DAE97F4-2BBB-43ED-96DA-C3D2104AE111}" srcOrd="0" destOrd="0" presId="urn:microsoft.com/office/officeart/2018/2/layout/IconVerticalSolidList"/>
    <dgm:cxn modelId="{F72D789E-3822-46D6-9A5B-4DA8027F4BBE}" type="presOf" srcId="{687DF005-C984-4C65-8102-6A134DDD8A2E}" destId="{C0F70CB0-5511-4412-9715-30AC2B329F96}" srcOrd="0" destOrd="0" presId="urn:microsoft.com/office/officeart/2018/2/layout/IconVerticalSolidList"/>
    <dgm:cxn modelId="{4BA936A0-9124-4B4E-A409-4F85314768C6}" type="presOf" srcId="{8D13DC50-FA85-408F-9871-9BEF48F11BAF}" destId="{B6B0E743-E74B-4243-8181-7A781A4C3D35}" srcOrd="0" destOrd="0" presId="urn:microsoft.com/office/officeart/2018/2/layout/IconVerticalSolidList"/>
    <dgm:cxn modelId="{F5CD01E0-20F0-4808-A2C3-D0F1602DAA51}" type="presOf" srcId="{5C3F97CB-A053-401B-B770-87B920A5646F}" destId="{88EAB100-E83E-4CF2-B1E9-0E54806D2FBE}" srcOrd="0" destOrd="0" presId="urn:microsoft.com/office/officeart/2018/2/layout/IconVerticalSolidList"/>
    <dgm:cxn modelId="{8DA1D586-7BD8-49B0-9E0A-B104CDF9B805}" type="presParOf" srcId="{7DAE97F4-2BBB-43ED-96DA-C3D2104AE111}" destId="{05752C7F-2BAA-4C2A-9686-B951CACDFBCC}" srcOrd="0" destOrd="0" presId="urn:microsoft.com/office/officeart/2018/2/layout/IconVerticalSolidList"/>
    <dgm:cxn modelId="{1B8C6C41-B6CF-4CA4-8844-DEE91C3DE963}" type="presParOf" srcId="{05752C7F-2BAA-4C2A-9686-B951CACDFBCC}" destId="{03647AD2-3FFD-4011-8132-FD887FD8544B}" srcOrd="0" destOrd="0" presId="urn:microsoft.com/office/officeart/2018/2/layout/IconVerticalSolidList"/>
    <dgm:cxn modelId="{30BC417B-DDBF-4E0B-8072-3E03DB68B87C}" type="presParOf" srcId="{05752C7F-2BAA-4C2A-9686-B951CACDFBCC}" destId="{994CED8C-6CE4-4F0A-BFA3-046C0C142700}" srcOrd="1" destOrd="0" presId="urn:microsoft.com/office/officeart/2018/2/layout/IconVerticalSolidList"/>
    <dgm:cxn modelId="{2B4E0338-885D-41F6-9A8D-84864E805E74}" type="presParOf" srcId="{05752C7F-2BAA-4C2A-9686-B951CACDFBCC}" destId="{89EE75E0-8C83-40CC-86E1-F4BC87A983E2}" srcOrd="2" destOrd="0" presId="urn:microsoft.com/office/officeart/2018/2/layout/IconVerticalSolidList"/>
    <dgm:cxn modelId="{07D81E36-658F-4F55-A456-D99EE1E714E4}" type="presParOf" srcId="{05752C7F-2BAA-4C2A-9686-B951CACDFBCC}" destId="{3A5049F9-9EB3-4AC7-9CC5-669CFDC93FBE}" srcOrd="3" destOrd="0" presId="urn:microsoft.com/office/officeart/2018/2/layout/IconVerticalSolidList"/>
    <dgm:cxn modelId="{1D731BBC-5A83-4CDC-B7D2-6A5451BB10C1}" type="presParOf" srcId="{05752C7F-2BAA-4C2A-9686-B951CACDFBCC}" destId="{C0F70CB0-5511-4412-9715-30AC2B329F96}" srcOrd="4" destOrd="0" presId="urn:microsoft.com/office/officeart/2018/2/layout/IconVerticalSolidList"/>
    <dgm:cxn modelId="{69E7AEF7-FA07-4F6D-958B-DF4D692CE73D}" type="presParOf" srcId="{7DAE97F4-2BBB-43ED-96DA-C3D2104AE111}" destId="{80A42D5D-1F1A-4014-8B2E-92D747B5387E}" srcOrd="1" destOrd="0" presId="urn:microsoft.com/office/officeart/2018/2/layout/IconVerticalSolidList"/>
    <dgm:cxn modelId="{FBB9B342-8096-4FDD-A856-FB88B9A4B7E3}" type="presParOf" srcId="{7DAE97F4-2BBB-43ED-96DA-C3D2104AE111}" destId="{7EEF1A2C-AF3E-4B17-80D5-2D8C9121DDB5}" srcOrd="2" destOrd="0" presId="urn:microsoft.com/office/officeart/2018/2/layout/IconVerticalSolidList"/>
    <dgm:cxn modelId="{809A7595-C8DE-4E7F-A43A-C7D568A57732}" type="presParOf" srcId="{7EEF1A2C-AF3E-4B17-80D5-2D8C9121DDB5}" destId="{B2E6B733-3FBF-4595-8B81-C31553D8AF76}" srcOrd="0" destOrd="0" presId="urn:microsoft.com/office/officeart/2018/2/layout/IconVerticalSolidList"/>
    <dgm:cxn modelId="{F825C0AE-E0F1-462A-8DEB-C09F691C48DB}" type="presParOf" srcId="{7EEF1A2C-AF3E-4B17-80D5-2D8C9121DDB5}" destId="{876683E0-8BC8-444D-A3C0-689878FF138D}" srcOrd="1" destOrd="0" presId="urn:microsoft.com/office/officeart/2018/2/layout/IconVerticalSolidList"/>
    <dgm:cxn modelId="{48A4C735-BBB0-486D-9F11-57771332AB98}" type="presParOf" srcId="{7EEF1A2C-AF3E-4B17-80D5-2D8C9121DDB5}" destId="{DB5D6895-D42C-46B0-822D-3FC56EF46BFF}" srcOrd="2" destOrd="0" presId="urn:microsoft.com/office/officeart/2018/2/layout/IconVerticalSolidList"/>
    <dgm:cxn modelId="{6A5A748F-BC28-4DC4-BA29-82E2364B6BB1}" type="presParOf" srcId="{7EEF1A2C-AF3E-4B17-80D5-2D8C9121DDB5}" destId="{B6B0E743-E74B-4243-8181-7A781A4C3D35}" srcOrd="3" destOrd="0" presId="urn:microsoft.com/office/officeart/2018/2/layout/IconVerticalSolidList"/>
    <dgm:cxn modelId="{DF1FC122-A218-4668-A306-8830D78FD411}" type="presParOf" srcId="{7DAE97F4-2BBB-43ED-96DA-C3D2104AE111}" destId="{008251BF-1042-4649-81C5-5E50542D4B70}" srcOrd="3" destOrd="0" presId="urn:microsoft.com/office/officeart/2018/2/layout/IconVerticalSolidList"/>
    <dgm:cxn modelId="{B2419B61-BB62-4107-8D2C-06F965505844}" type="presParOf" srcId="{7DAE97F4-2BBB-43ED-96DA-C3D2104AE111}" destId="{CCAF58D5-050B-4D21-8DE6-7B447FB74504}" srcOrd="4" destOrd="0" presId="urn:microsoft.com/office/officeart/2018/2/layout/IconVerticalSolidList"/>
    <dgm:cxn modelId="{07FB8291-198A-4381-85FD-F597CC437A4D}" type="presParOf" srcId="{CCAF58D5-050B-4D21-8DE6-7B447FB74504}" destId="{CE902A46-AC76-4E71-9B4C-A957EE8FCF4F}" srcOrd="0" destOrd="0" presId="urn:microsoft.com/office/officeart/2018/2/layout/IconVerticalSolidList"/>
    <dgm:cxn modelId="{DB7BF047-FA41-49F5-A354-F0137BC9FDBA}" type="presParOf" srcId="{CCAF58D5-050B-4D21-8DE6-7B447FB74504}" destId="{D58D89BB-8918-4487-8A69-AC94F4B50EC7}" srcOrd="1" destOrd="0" presId="urn:microsoft.com/office/officeart/2018/2/layout/IconVerticalSolidList"/>
    <dgm:cxn modelId="{2590F17D-CE31-4847-9782-85E84ED0FDF8}" type="presParOf" srcId="{CCAF58D5-050B-4D21-8DE6-7B447FB74504}" destId="{72FCD503-74DB-4245-BB8E-9B6F0D134CA3}" srcOrd="2" destOrd="0" presId="urn:microsoft.com/office/officeart/2018/2/layout/IconVerticalSolidList"/>
    <dgm:cxn modelId="{D6321F61-0743-42D7-BBB0-81234530C7F9}" type="presParOf" srcId="{CCAF58D5-050B-4D21-8DE6-7B447FB74504}" destId="{88EAB100-E83E-4CF2-B1E9-0E54806D2FB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F8866-01FD-4A5A-AB5C-B263EA750F20}">
      <dsp:nvSpPr>
        <dsp:cNvPr id="0" name=""/>
        <dsp:cNvSpPr/>
      </dsp:nvSpPr>
      <dsp:spPr>
        <a:xfrm>
          <a:off x="0" y="262554"/>
          <a:ext cx="3540087" cy="2124052"/>
        </a:xfrm>
        <a:prstGeom prst="rect">
          <a:avLst/>
        </a:prstGeom>
        <a:solidFill>
          <a:schemeClr val="lt1">
            <a:hueOff val="0"/>
            <a:satOff val="0"/>
            <a:lumOff val="0"/>
            <a:alphaOff val="0"/>
          </a:schemeClr>
        </a:solidFill>
        <a:ln w="381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t" anchorCtr="0">
          <a:noAutofit/>
        </a:bodyPr>
        <a:lstStyle/>
        <a:p>
          <a:pPr marL="0" lvl="0" indent="0" algn="l" defTabSz="1333500" rtl="0">
            <a:lnSpc>
              <a:spcPct val="90000"/>
            </a:lnSpc>
            <a:spcBef>
              <a:spcPct val="0"/>
            </a:spcBef>
            <a:spcAft>
              <a:spcPct val="35000"/>
            </a:spcAft>
            <a:buNone/>
          </a:pPr>
          <a:r>
            <a:rPr lang="en-US" sz="3000" b="1" kern="1200">
              <a:latin typeface="Calibri"/>
              <a:cs typeface="Calibri"/>
            </a:rPr>
            <a:t>BITU 3926 </a:t>
          </a:r>
          <a:br>
            <a:rPr lang="en-US" sz="3000" b="1" kern="1200">
              <a:latin typeface="Calibri"/>
              <a:cs typeface="Calibri"/>
            </a:rPr>
          </a:br>
          <a:r>
            <a:rPr lang="en-US" sz="3000" b="1" kern="1200">
              <a:latin typeface="Calibri"/>
              <a:cs typeface="Calibri"/>
            </a:rPr>
            <a:t>Industrial Training</a:t>
          </a:r>
        </a:p>
        <a:p>
          <a:pPr marL="228600" lvl="1" indent="-228600" algn="l" defTabSz="1022350">
            <a:lnSpc>
              <a:spcPct val="90000"/>
            </a:lnSpc>
            <a:spcBef>
              <a:spcPct val="0"/>
            </a:spcBef>
            <a:spcAft>
              <a:spcPct val="15000"/>
            </a:spcAft>
            <a:buChar char="•"/>
          </a:pPr>
          <a:r>
            <a:rPr lang="en-MY" sz="2300" kern="1200">
              <a:latin typeface="Calibri"/>
              <a:cs typeface="Calibri"/>
            </a:rPr>
            <a:t>6 credits</a:t>
          </a:r>
        </a:p>
        <a:p>
          <a:pPr marL="228600" lvl="1" indent="-228600" algn="l" defTabSz="1022350">
            <a:lnSpc>
              <a:spcPct val="90000"/>
            </a:lnSpc>
            <a:spcBef>
              <a:spcPct val="0"/>
            </a:spcBef>
            <a:spcAft>
              <a:spcPct val="15000"/>
            </a:spcAft>
            <a:buChar char="•"/>
          </a:pPr>
          <a:r>
            <a:rPr lang="en-MY" sz="2300" kern="1200">
              <a:latin typeface="Calibri"/>
              <a:cs typeface="Calibri"/>
            </a:rPr>
            <a:t>Pass/Fail</a:t>
          </a:r>
        </a:p>
      </dsp:txBody>
      <dsp:txXfrm>
        <a:off x="0" y="262554"/>
        <a:ext cx="3540087" cy="2124052"/>
      </dsp:txXfrm>
    </dsp:sp>
    <dsp:sp modelId="{BF4F4087-2C4F-43A7-BA47-637A5C30DC97}">
      <dsp:nvSpPr>
        <dsp:cNvPr id="0" name=""/>
        <dsp:cNvSpPr/>
      </dsp:nvSpPr>
      <dsp:spPr>
        <a:xfrm>
          <a:off x="0" y="2739680"/>
          <a:ext cx="3540087" cy="2124052"/>
        </a:xfrm>
        <a:prstGeom prst="rect">
          <a:avLst/>
        </a:prstGeom>
        <a:solidFill>
          <a:schemeClr val="lt1">
            <a:hueOff val="0"/>
            <a:satOff val="0"/>
            <a:lumOff val="0"/>
            <a:alphaOff val="0"/>
          </a:schemeClr>
        </a:solidFill>
        <a:ln w="381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t" anchorCtr="0">
          <a:noAutofit/>
        </a:bodyPr>
        <a:lstStyle/>
        <a:p>
          <a:pPr marL="0" lvl="0" indent="0" algn="l" defTabSz="1333500" rtl="0">
            <a:lnSpc>
              <a:spcPct val="90000"/>
            </a:lnSpc>
            <a:spcBef>
              <a:spcPct val="0"/>
            </a:spcBef>
            <a:spcAft>
              <a:spcPct val="35000"/>
            </a:spcAft>
            <a:buNone/>
          </a:pPr>
          <a:r>
            <a:rPr lang="en-US" sz="3000" b="1" kern="1200">
              <a:latin typeface="Calibri"/>
              <a:cs typeface="Calibri"/>
            </a:rPr>
            <a:t>BITU 3946 Industrial Training Report</a:t>
          </a:r>
          <a:endParaRPr lang="en-MY" sz="3000" kern="1200">
            <a:latin typeface="Calibri" panose="020F0502020204030204" pitchFamily="34" charset="0"/>
          </a:endParaRPr>
        </a:p>
        <a:p>
          <a:pPr marL="228600" lvl="1" indent="-228600" algn="l" defTabSz="1022350">
            <a:lnSpc>
              <a:spcPct val="90000"/>
            </a:lnSpc>
            <a:spcBef>
              <a:spcPct val="0"/>
            </a:spcBef>
            <a:spcAft>
              <a:spcPct val="15000"/>
            </a:spcAft>
            <a:buChar char="•"/>
          </a:pPr>
          <a:r>
            <a:rPr lang="en-MY" sz="2300" kern="1200">
              <a:latin typeface="Calibri"/>
              <a:cs typeface="Calibri"/>
            </a:rPr>
            <a:t>6 credits</a:t>
          </a:r>
        </a:p>
        <a:p>
          <a:pPr marL="228600" lvl="1" indent="-228600" algn="l" defTabSz="1022350">
            <a:lnSpc>
              <a:spcPct val="90000"/>
            </a:lnSpc>
            <a:spcBef>
              <a:spcPct val="0"/>
            </a:spcBef>
            <a:spcAft>
              <a:spcPct val="15000"/>
            </a:spcAft>
            <a:buChar char="•"/>
          </a:pPr>
          <a:r>
            <a:rPr lang="en-MY" sz="2300" kern="1200">
              <a:latin typeface="Calibri"/>
              <a:cs typeface="Calibri"/>
            </a:rPr>
            <a:t>Grading: A - E</a:t>
          </a:r>
        </a:p>
      </dsp:txBody>
      <dsp:txXfrm>
        <a:off x="0" y="2739680"/>
        <a:ext cx="3540087" cy="21240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3389E9-EA0A-413A-9C0A-F3F80FB45D03}">
      <dsp:nvSpPr>
        <dsp:cNvPr id="0" name=""/>
        <dsp:cNvSpPr/>
      </dsp:nvSpPr>
      <dsp:spPr>
        <a:xfrm>
          <a:off x="0" y="621"/>
          <a:ext cx="7728267" cy="0"/>
        </a:xfrm>
        <a:prstGeom prst="line">
          <a:avLst/>
        </a:prstGeom>
        <a:solidFill>
          <a:schemeClr val="accent2">
            <a:hueOff val="0"/>
            <a:satOff val="0"/>
            <a:lumOff val="0"/>
            <a:alphaOff val="0"/>
          </a:schemeClr>
        </a:solidFill>
        <a:ln w="1079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1CD8878-F7EC-49B7-8CBE-CC241B4835FD}">
      <dsp:nvSpPr>
        <dsp:cNvPr id="0" name=""/>
        <dsp:cNvSpPr/>
      </dsp:nvSpPr>
      <dsp:spPr>
        <a:xfrm>
          <a:off x="0" y="621"/>
          <a:ext cx="7728267" cy="7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kern="1200" dirty="0"/>
            <a:t>1. Get the reply form from the company (with </a:t>
          </a:r>
          <a:r>
            <a:rPr lang="en-US" sz="2000" b="1" kern="1200" dirty="0"/>
            <a:t>IT related job scope</a:t>
          </a:r>
          <a:r>
            <a:rPr lang="en-US" sz="2000" b="1" kern="1200" dirty="0">
              <a:latin typeface="Corbel" panose="020B0503020204020204"/>
            </a:rPr>
            <a:t> and agreed upon the working days and hours</a:t>
          </a:r>
          <a:r>
            <a:rPr lang="en-US" sz="2000" kern="1200" dirty="0">
              <a:latin typeface="Corbel" panose="020B0503020204020204"/>
            </a:rPr>
            <a:t>).</a:t>
          </a:r>
          <a:endParaRPr lang="en-US" sz="2000" kern="1200" dirty="0"/>
        </a:p>
      </dsp:txBody>
      <dsp:txXfrm>
        <a:off x="0" y="621"/>
        <a:ext cx="7728267" cy="726583"/>
      </dsp:txXfrm>
    </dsp:sp>
    <dsp:sp modelId="{D9D2A329-37E8-469E-AC6B-D13FEC273AD9}">
      <dsp:nvSpPr>
        <dsp:cNvPr id="0" name=""/>
        <dsp:cNvSpPr/>
      </dsp:nvSpPr>
      <dsp:spPr>
        <a:xfrm>
          <a:off x="0" y="727204"/>
          <a:ext cx="7728267" cy="0"/>
        </a:xfrm>
        <a:prstGeom prst="line">
          <a:avLst/>
        </a:prstGeom>
        <a:solidFill>
          <a:schemeClr val="accent3">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5EDA243-FCFC-48CC-AEDC-3E1E1EE56C88}">
      <dsp:nvSpPr>
        <dsp:cNvPr id="0" name=""/>
        <dsp:cNvSpPr/>
      </dsp:nvSpPr>
      <dsp:spPr>
        <a:xfrm>
          <a:off x="0" y="727204"/>
          <a:ext cx="7728267" cy="7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kern="1200" dirty="0"/>
            <a:t>2. </a:t>
          </a:r>
          <a:r>
            <a:rPr lang="en-US" sz="2000" b="1" kern="1200" dirty="0">
              <a:latin typeface="Corbel" panose="020B0503020204020204"/>
            </a:rPr>
            <a:t>Decide ONE company </a:t>
          </a:r>
          <a:r>
            <a:rPr lang="en-US" sz="2000" kern="1200" dirty="0">
              <a:latin typeface="Corbel" panose="020B0503020204020204"/>
            </a:rPr>
            <a:t>for LI.</a:t>
          </a:r>
          <a:endParaRPr lang="en-US" sz="2000" kern="1200" dirty="0"/>
        </a:p>
      </dsp:txBody>
      <dsp:txXfrm>
        <a:off x="0" y="727204"/>
        <a:ext cx="7728267" cy="726583"/>
      </dsp:txXfrm>
    </dsp:sp>
    <dsp:sp modelId="{88A802DE-C406-404B-9A1A-894566F1E0DD}">
      <dsp:nvSpPr>
        <dsp:cNvPr id="0" name=""/>
        <dsp:cNvSpPr/>
      </dsp:nvSpPr>
      <dsp:spPr>
        <a:xfrm>
          <a:off x="0" y="1453787"/>
          <a:ext cx="7728267" cy="0"/>
        </a:xfrm>
        <a:prstGeom prst="line">
          <a:avLst/>
        </a:prstGeom>
        <a:solidFill>
          <a:schemeClr val="accent4">
            <a:hueOff val="0"/>
            <a:satOff val="0"/>
            <a:lumOff val="0"/>
            <a:alphaOff val="0"/>
          </a:schemeClr>
        </a:solidFill>
        <a:ln w="1079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D223F0-A1FF-439C-A61E-496346E5A434}">
      <dsp:nvSpPr>
        <dsp:cNvPr id="0" name=""/>
        <dsp:cNvSpPr/>
      </dsp:nvSpPr>
      <dsp:spPr>
        <a:xfrm>
          <a:off x="0" y="1453787"/>
          <a:ext cx="7728267" cy="7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b="1" kern="1200">
              <a:solidFill>
                <a:srgbClr val="FF0000"/>
              </a:solidFill>
              <a:latin typeface="Corbel" panose="020B0503020204020204"/>
            </a:rPr>
            <a:t>3. Reject other offers and send the rejection letters to the companies.</a:t>
          </a:r>
        </a:p>
      </dsp:txBody>
      <dsp:txXfrm>
        <a:off x="0" y="1453787"/>
        <a:ext cx="7728267" cy="726583"/>
      </dsp:txXfrm>
    </dsp:sp>
    <dsp:sp modelId="{95458E5B-F5E0-4052-8799-930BE9A83DA7}">
      <dsp:nvSpPr>
        <dsp:cNvPr id="0" name=""/>
        <dsp:cNvSpPr/>
      </dsp:nvSpPr>
      <dsp:spPr>
        <a:xfrm>
          <a:off x="0" y="2180370"/>
          <a:ext cx="7728267" cy="0"/>
        </a:xfrm>
        <a:prstGeom prst="line">
          <a:avLst/>
        </a:prstGeom>
        <a:solidFill>
          <a:schemeClr val="accent5">
            <a:hueOff val="0"/>
            <a:satOff val="0"/>
            <a:lumOff val="0"/>
            <a:alphaOff val="0"/>
          </a:schemeClr>
        </a:solidFill>
        <a:ln w="1079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C2433E-7B92-4212-AF66-4DD4DA783CD1}">
      <dsp:nvSpPr>
        <dsp:cNvPr id="0" name=""/>
        <dsp:cNvSpPr/>
      </dsp:nvSpPr>
      <dsp:spPr>
        <a:xfrm>
          <a:off x="0" y="2180370"/>
          <a:ext cx="7728267" cy="7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kern="1200">
              <a:latin typeface="Corbel" panose="020B0503020204020204"/>
            </a:rPr>
            <a:t>4. Accept the offer from the selected company for LI and send Acceptance Letter.</a:t>
          </a:r>
        </a:p>
      </dsp:txBody>
      <dsp:txXfrm>
        <a:off x="0" y="2180370"/>
        <a:ext cx="7728267" cy="726583"/>
      </dsp:txXfrm>
    </dsp:sp>
    <dsp:sp modelId="{7FF0DAAA-D595-4D07-B031-14717B35EB83}">
      <dsp:nvSpPr>
        <dsp:cNvPr id="0" name=""/>
        <dsp:cNvSpPr/>
      </dsp:nvSpPr>
      <dsp:spPr>
        <a:xfrm>
          <a:off x="0" y="2906953"/>
          <a:ext cx="7728267" cy="0"/>
        </a:xfrm>
        <a:prstGeom prst="line">
          <a:avLst/>
        </a:prstGeom>
        <a:solidFill>
          <a:schemeClr val="accent6">
            <a:hueOff val="0"/>
            <a:satOff val="0"/>
            <a:lumOff val="0"/>
            <a:alphaOff val="0"/>
          </a:schemeClr>
        </a:solidFill>
        <a:ln w="10795"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3BA6811-1E4E-49BE-88DF-02FE973BC52A}">
      <dsp:nvSpPr>
        <dsp:cNvPr id="0" name=""/>
        <dsp:cNvSpPr/>
      </dsp:nvSpPr>
      <dsp:spPr>
        <a:xfrm>
          <a:off x="0" y="2906953"/>
          <a:ext cx="7728267" cy="7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kern="1200">
              <a:latin typeface="Corbel" panose="020B0503020204020204"/>
            </a:rPr>
            <a:t>5. If meet minimum requirement, PIC will approve LI. Otherwise, cancel LI (contact company for cancellation).</a:t>
          </a:r>
        </a:p>
      </dsp:txBody>
      <dsp:txXfrm>
        <a:off x="0" y="2906953"/>
        <a:ext cx="7728267" cy="726583"/>
      </dsp:txXfrm>
    </dsp:sp>
    <dsp:sp modelId="{C0FA5BFF-F9BF-46F0-9AD7-7FA9D2B8CEC6}">
      <dsp:nvSpPr>
        <dsp:cNvPr id="0" name=""/>
        <dsp:cNvSpPr/>
      </dsp:nvSpPr>
      <dsp:spPr>
        <a:xfrm>
          <a:off x="0" y="3633536"/>
          <a:ext cx="7728267" cy="0"/>
        </a:xfrm>
        <a:prstGeom prst="line">
          <a:avLst/>
        </a:prstGeom>
        <a:solidFill>
          <a:schemeClr val="accent2">
            <a:hueOff val="0"/>
            <a:satOff val="0"/>
            <a:lumOff val="0"/>
            <a:alphaOff val="0"/>
          </a:schemeClr>
        </a:solidFill>
        <a:ln w="1079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203BC5-715F-4DC1-AB46-B28D815039B3}">
      <dsp:nvSpPr>
        <dsp:cNvPr id="0" name=""/>
        <dsp:cNvSpPr/>
      </dsp:nvSpPr>
      <dsp:spPr>
        <a:xfrm>
          <a:off x="0" y="3633536"/>
          <a:ext cx="7728267" cy="7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kern="1200">
              <a:latin typeface="Corbel" panose="020B0503020204020204"/>
            </a:rPr>
            <a:t>6. Print Admission and Group Insurance Cover Letter.</a:t>
          </a:r>
        </a:p>
      </dsp:txBody>
      <dsp:txXfrm>
        <a:off x="0" y="3633536"/>
        <a:ext cx="7728267" cy="726583"/>
      </dsp:txXfrm>
    </dsp:sp>
    <dsp:sp modelId="{38260A75-25C9-4BF9-81A8-EB8FFF9A6E5B}">
      <dsp:nvSpPr>
        <dsp:cNvPr id="0" name=""/>
        <dsp:cNvSpPr/>
      </dsp:nvSpPr>
      <dsp:spPr>
        <a:xfrm>
          <a:off x="0" y="4360119"/>
          <a:ext cx="7728267" cy="0"/>
        </a:xfrm>
        <a:prstGeom prst="line">
          <a:avLst/>
        </a:prstGeom>
        <a:solidFill>
          <a:schemeClr val="accent3">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27CA5B-6579-4BEB-B9C6-FCC20DCEFE99}">
      <dsp:nvSpPr>
        <dsp:cNvPr id="0" name=""/>
        <dsp:cNvSpPr/>
      </dsp:nvSpPr>
      <dsp:spPr>
        <a:xfrm>
          <a:off x="0" y="4360119"/>
          <a:ext cx="7728267" cy="7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kern="1200">
              <a:latin typeface="Corbel" panose="020B0503020204020204"/>
            </a:rPr>
            <a:t>7. Download All documents from the Ulearn and prepare accordingly</a:t>
          </a:r>
        </a:p>
      </dsp:txBody>
      <dsp:txXfrm>
        <a:off x="0" y="4360119"/>
        <a:ext cx="7728267" cy="7265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7E9028-064A-431E-A288-8C93CDB0EA71}">
      <dsp:nvSpPr>
        <dsp:cNvPr id="0" name=""/>
        <dsp:cNvSpPr/>
      </dsp:nvSpPr>
      <dsp:spPr>
        <a:xfrm>
          <a:off x="1654425" y="553"/>
          <a:ext cx="6617704" cy="718924"/>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402" tIns="182607" rIns="128402" bIns="182607" numCol="1" spcCol="1270" anchor="ctr" anchorCtr="0">
          <a:noAutofit/>
        </a:bodyPr>
        <a:lstStyle/>
        <a:p>
          <a:pPr marL="0" lvl="0" indent="0" algn="l" defTabSz="933450">
            <a:lnSpc>
              <a:spcPct val="90000"/>
            </a:lnSpc>
            <a:spcBef>
              <a:spcPct val="0"/>
            </a:spcBef>
            <a:spcAft>
              <a:spcPct val="35000"/>
            </a:spcAft>
            <a:buNone/>
          </a:pPr>
          <a:r>
            <a:rPr lang="en-US" sz="2100" kern="1200" dirty="0"/>
            <a:t>Be punctual</a:t>
          </a:r>
        </a:p>
      </dsp:txBody>
      <dsp:txXfrm>
        <a:off x="1654425" y="553"/>
        <a:ext cx="6617704" cy="718924"/>
      </dsp:txXfrm>
    </dsp:sp>
    <dsp:sp modelId="{018C2687-1B8D-4652-8BE0-35EF55EDF6A9}">
      <dsp:nvSpPr>
        <dsp:cNvPr id="0" name=""/>
        <dsp:cNvSpPr/>
      </dsp:nvSpPr>
      <dsp:spPr>
        <a:xfrm>
          <a:off x="0" y="553"/>
          <a:ext cx="1654426" cy="718924"/>
        </a:xfrm>
        <a:prstGeom prst="rect">
          <a:avLst/>
        </a:prstGeom>
        <a:solidFill>
          <a:schemeClr val="l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547" tIns="71014" rIns="87547" bIns="71014" numCol="1" spcCol="1270" anchor="ctr" anchorCtr="0">
          <a:noAutofit/>
        </a:bodyPr>
        <a:lstStyle/>
        <a:p>
          <a:pPr marL="0" lvl="0" indent="0" algn="ctr" defTabSz="933450">
            <a:lnSpc>
              <a:spcPct val="90000"/>
            </a:lnSpc>
            <a:spcBef>
              <a:spcPct val="0"/>
            </a:spcBef>
            <a:spcAft>
              <a:spcPct val="35000"/>
            </a:spcAft>
            <a:buNone/>
          </a:pPr>
          <a:r>
            <a:rPr lang="en-US" sz="2100" kern="1200" dirty="0"/>
            <a:t>Be</a:t>
          </a:r>
        </a:p>
      </dsp:txBody>
      <dsp:txXfrm>
        <a:off x="0" y="553"/>
        <a:ext cx="1654426" cy="718924"/>
      </dsp:txXfrm>
    </dsp:sp>
    <dsp:sp modelId="{D2D7A077-62B9-4A79-A79E-656B7A09E3D0}">
      <dsp:nvSpPr>
        <dsp:cNvPr id="0" name=""/>
        <dsp:cNvSpPr/>
      </dsp:nvSpPr>
      <dsp:spPr>
        <a:xfrm>
          <a:off x="1654425" y="762613"/>
          <a:ext cx="6617704" cy="718924"/>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402" tIns="182607" rIns="128402" bIns="182607" numCol="1" spcCol="1270" anchor="ctr" anchorCtr="0">
          <a:noAutofit/>
        </a:bodyPr>
        <a:lstStyle/>
        <a:p>
          <a:pPr marL="0" lvl="0" indent="0" algn="l" defTabSz="933450">
            <a:lnSpc>
              <a:spcPct val="90000"/>
            </a:lnSpc>
            <a:spcBef>
              <a:spcPct val="0"/>
            </a:spcBef>
            <a:spcAft>
              <a:spcPct val="35000"/>
            </a:spcAft>
            <a:buNone/>
          </a:pPr>
          <a:r>
            <a:rPr lang="en-US" sz="2100" kern="1200"/>
            <a:t>Well-dressed</a:t>
          </a:r>
        </a:p>
      </dsp:txBody>
      <dsp:txXfrm>
        <a:off x="1654425" y="762613"/>
        <a:ext cx="6617704" cy="718924"/>
      </dsp:txXfrm>
    </dsp:sp>
    <dsp:sp modelId="{7E628DE8-66B3-41D9-AAC8-1FB9E5EFF347}">
      <dsp:nvSpPr>
        <dsp:cNvPr id="0" name=""/>
        <dsp:cNvSpPr/>
      </dsp:nvSpPr>
      <dsp:spPr>
        <a:xfrm>
          <a:off x="0" y="762613"/>
          <a:ext cx="1654426" cy="718924"/>
        </a:xfrm>
        <a:prstGeom prst="rect">
          <a:avLst/>
        </a:prstGeom>
        <a:solidFill>
          <a:schemeClr val="l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547" tIns="71014" rIns="87547" bIns="71014" numCol="1" spcCol="1270" anchor="ctr" anchorCtr="0">
          <a:noAutofit/>
        </a:bodyPr>
        <a:lstStyle/>
        <a:p>
          <a:pPr marL="0" lvl="0" indent="0" algn="ctr" defTabSz="933450">
            <a:lnSpc>
              <a:spcPct val="90000"/>
            </a:lnSpc>
            <a:spcBef>
              <a:spcPct val="0"/>
            </a:spcBef>
            <a:spcAft>
              <a:spcPct val="35000"/>
            </a:spcAft>
            <a:buNone/>
          </a:pPr>
          <a:r>
            <a:rPr lang="en-US" sz="2100" kern="1200"/>
            <a:t>Well</a:t>
          </a:r>
        </a:p>
      </dsp:txBody>
      <dsp:txXfrm>
        <a:off x="0" y="762613"/>
        <a:ext cx="1654426" cy="718924"/>
      </dsp:txXfrm>
    </dsp:sp>
    <dsp:sp modelId="{88EA6A96-0229-4E97-98DD-0A7A6E95586D}">
      <dsp:nvSpPr>
        <dsp:cNvPr id="0" name=""/>
        <dsp:cNvSpPr/>
      </dsp:nvSpPr>
      <dsp:spPr>
        <a:xfrm>
          <a:off x="1654425" y="1524673"/>
          <a:ext cx="6617704" cy="718924"/>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402" tIns="182607" rIns="128402" bIns="182607" numCol="1" spcCol="1270" anchor="ctr" anchorCtr="0">
          <a:noAutofit/>
        </a:bodyPr>
        <a:lstStyle/>
        <a:p>
          <a:pPr marL="0" lvl="0" indent="0" algn="l" defTabSz="933450">
            <a:lnSpc>
              <a:spcPct val="90000"/>
            </a:lnSpc>
            <a:spcBef>
              <a:spcPct val="0"/>
            </a:spcBef>
            <a:spcAft>
              <a:spcPct val="35000"/>
            </a:spcAft>
            <a:buNone/>
          </a:pPr>
          <a:r>
            <a:rPr lang="en-US" sz="2100" kern="1200"/>
            <a:t>Demonstrate positive attitude</a:t>
          </a:r>
        </a:p>
      </dsp:txBody>
      <dsp:txXfrm>
        <a:off x="1654425" y="1524673"/>
        <a:ext cx="6617704" cy="718924"/>
      </dsp:txXfrm>
    </dsp:sp>
    <dsp:sp modelId="{CDCEE6A2-CD53-467E-A4BA-6C279B76BAFE}">
      <dsp:nvSpPr>
        <dsp:cNvPr id="0" name=""/>
        <dsp:cNvSpPr/>
      </dsp:nvSpPr>
      <dsp:spPr>
        <a:xfrm>
          <a:off x="0" y="1524673"/>
          <a:ext cx="1654426" cy="718924"/>
        </a:xfrm>
        <a:prstGeom prst="rect">
          <a:avLst/>
        </a:prstGeom>
        <a:solidFill>
          <a:schemeClr val="l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547" tIns="71014" rIns="87547" bIns="71014" numCol="1" spcCol="1270" anchor="ctr" anchorCtr="0">
          <a:noAutofit/>
        </a:bodyPr>
        <a:lstStyle/>
        <a:p>
          <a:pPr marL="0" lvl="0" indent="0" algn="ctr" defTabSz="933450">
            <a:lnSpc>
              <a:spcPct val="90000"/>
            </a:lnSpc>
            <a:spcBef>
              <a:spcPct val="0"/>
            </a:spcBef>
            <a:spcAft>
              <a:spcPct val="35000"/>
            </a:spcAft>
            <a:buNone/>
          </a:pPr>
          <a:r>
            <a:rPr lang="en-US" sz="2100" kern="1200"/>
            <a:t>Demonstrate</a:t>
          </a:r>
        </a:p>
      </dsp:txBody>
      <dsp:txXfrm>
        <a:off x="0" y="1524673"/>
        <a:ext cx="1654426" cy="718924"/>
      </dsp:txXfrm>
    </dsp:sp>
    <dsp:sp modelId="{59961663-44C3-4915-94AF-F6766D004BCE}">
      <dsp:nvSpPr>
        <dsp:cNvPr id="0" name=""/>
        <dsp:cNvSpPr/>
      </dsp:nvSpPr>
      <dsp:spPr>
        <a:xfrm>
          <a:off x="1654425" y="2286734"/>
          <a:ext cx="6617704" cy="718924"/>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402" tIns="182607" rIns="128402" bIns="182607" numCol="1" spcCol="1270" anchor="ctr" anchorCtr="0">
          <a:noAutofit/>
        </a:bodyPr>
        <a:lstStyle/>
        <a:p>
          <a:pPr marL="0" lvl="0" indent="0" algn="l" defTabSz="933450" rtl="0">
            <a:lnSpc>
              <a:spcPct val="90000"/>
            </a:lnSpc>
            <a:spcBef>
              <a:spcPct val="0"/>
            </a:spcBef>
            <a:spcAft>
              <a:spcPct val="35000"/>
            </a:spcAft>
            <a:buNone/>
          </a:pPr>
          <a:r>
            <a:rPr lang="en-US" sz="2100" kern="1200"/>
            <a:t>Bring </a:t>
          </a:r>
          <a:r>
            <a:rPr lang="en-US" sz="2100" kern="1200" err="1"/>
            <a:t>UTeM's</a:t>
          </a:r>
          <a:r>
            <a:rPr lang="en-US" sz="2100" kern="1200"/>
            <a:t> matric card</a:t>
          </a:r>
          <a:r>
            <a:rPr lang="en-US" sz="2100" kern="1200">
              <a:latin typeface="Corbel" panose="020B0503020204020204"/>
            </a:rPr>
            <a:t> &amp; related documents</a:t>
          </a:r>
          <a:endParaRPr lang="en-US" sz="2100" kern="1200"/>
        </a:p>
      </dsp:txBody>
      <dsp:txXfrm>
        <a:off x="1654425" y="2286734"/>
        <a:ext cx="6617704" cy="718924"/>
      </dsp:txXfrm>
    </dsp:sp>
    <dsp:sp modelId="{DB7DDF18-D87D-4925-823B-CC34426705EF}">
      <dsp:nvSpPr>
        <dsp:cNvPr id="0" name=""/>
        <dsp:cNvSpPr/>
      </dsp:nvSpPr>
      <dsp:spPr>
        <a:xfrm>
          <a:off x="0" y="2286734"/>
          <a:ext cx="1654426" cy="718924"/>
        </a:xfrm>
        <a:prstGeom prst="rect">
          <a:avLst/>
        </a:prstGeom>
        <a:solidFill>
          <a:schemeClr val="l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547" tIns="71014" rIns="87547" bIns="71014" numCol="1" spcCol="1270" anchor="ctr" anchorCtr="0">
          <a:noAutofit/>
        </a:bodyPr>
        <a:lstStyle/>
        <a:p>
          <a:pPr marL="0" lvl="0" indent="0" algn="ctr" defTabSz="933450">
            <a:lnSpc>
              <a:spcPct val="90000"/>
            </a:lnSpc>
            <a:spcBef>
              <a:spcPct val="0"/>
            </a:spcBef>
            <a:spcAft>
              <a:spcPct val="35000"/>
            </a:spcAft>
            <a:buNone/>
          </a:pPr>
          <a:r>
            <a:rPr lang="en-US" sz="2100" kern="1200"/>
            <a:t>Bring</a:t>
          </a:r>
        </a:p>
      </dsp:txBody>
      <dsp:txXfrm>
        <a:off x="0" y="2286734"/>
        <a:ext cx="1654426" cy="718924"/>
      </dsp:txXfrm>
    </dsp:sp>
    <dsp:sp modelId="{8D86BD25-0B75-4658-A3F2-C14BEF036425}">
      <dsp:nvSpPr>
        <dsp:cNvPr id="0" name=""/>
        <dsp:cNvSpPr/>
      </dsp:nvSpPr>
      <dsp:spPr>
        <a:xfrm>
          <a:off x="1654425" y="3048794"/>
          <a:ext cx="6617704" cy="718924"/>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402" tIns="182607" rIns="128402" bIns="182607" numCol="1" spcCol="1270" anchor="ctr" anchorCtr="0">
          <a:noAutofit/>
        </a:bodyPr>
        <a:lstStyle/>
        <a:p>
          <a:pPr marL="0" lvl="0" indent="0" algn="l" defTabSz="933450">
            <a:lnSpc>
              <a:spcPct val="90000"/>
            </a:lnSpc>
            <a:spcBef>
              <a:spcPct val="0"/>
            </a:spcBef>
            <a:spcAft>
              <a:spcPct val="35000"/>
            </a:spcAft>
            <a:buNone/>
          </a:pPr>
          <a:r>
            <a:rPr lang="en-US" sz="2100" kern="1200"/>
            <a:t>Attend briefing / orientation by Company</a:t>
          </a:r>
        </a:p>
      </dsp:txBody>
      <dsp:txXfrm>
        <a:off x="1654425" y="3048794"/>
        <a:ext cx="6617704" cy="718924"/>
      </dsp:txXfrm>
    </dsp:sp>
    <dsp:sp modelId="{D222EDBB-ADBE-41D6-A107-1DAA1F66DC75}">
      <dsp:nvSpPr>
        <dsp:cNvPr id="0" name=""/>
        <dsp:cNvSpPr/>
      </dsp:nvSpPr>
      <dsp:spPr>
        <a:xfrm>
          <a:off x="0" y="3048794"/>
          <a:ext cx="1654426" cy="718924"/>
        </a:xfrm>
        <a:prstGeom prst="rect">
          <a:avLst/>
        </a:prstGeom>
        <a:solidFill>
          <a:schemeClr val="l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547" tIns="71014" rIns="87547" bIns="71014" numCol="1" spcCol="1270" anchor="ctr" anchorCtr="0">
          <a:noAutofit/>
        </a:bodyPr>
        <a:lstStyle/>
        <a:p>
          <a:pPr marL="0" lvl="0" indent="0" algn="ctr" defTabSz="933450">
            <a:lnSpc>
              <a:spcPct val="90000"/>
            </a:lnSpc>
            <a:spcBef>
              <a:spcPct val="0"/>
            </a:spcBef>
            <a:spcAft>
              <a:spcPct val="35000"/>
            </a:spcAft>
            <a:buNone/>
          </a:pPr>
          <a:r>
            <a:rPr lang="en-US" sz="2100" kern="1200"/>
            <a:t>Attend</a:t>
          </a:r>
        </a:p>
      </dsp:txBody>
      <dsp:txXfrm>
        <a:off x="0" y="3048794"/>
        <a:ext cx="1654426" cy="718924"/>
      </dsp:txXfrm>
    </dsp:sp>
    <dsp:sp modelId="{F14BCF1E-B5A0-470C-B1C5-9080F1891860}">
      <dsp:nvSpPr>
        <dsp:cNvPr id="0" name=""/>
        <dsp:cNvSpPr/>
      </dsp:nvSpPr>
      <dsp:spPr>
        <a:xfrm>
          <a:off x="1654425" y="3810855"/>
          <a:ext cx="6617704" cy="718924"/>
        </a:xfrm>
        <a:prstGeom prst="rect">
          <a:avLst/>
        </a:prstGeom>
        <a:solidFill>
          <a:schemeClr val="accen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402" tIns="182607" rIns="128402" bIns="182607" numCol="1" spcCol="1270" anchor="ctr" anchorCtr="0">
          <a:noAutofit/>
        </a:bodyPr>
        <a:lstStyle/>
        <a:p>
          <a:pPr marL="0" lvl="0" indent="0" algn="l" defTabSz="933450" rtl="0">
            <a:lnSpc>
              <a:spcPct val="90000"/>
            </a:lnSpc>
            <a:spcBef>
              <a:spcPct val="0"/>
            </a:spcBef>
            <a:spcAft>
              <a:spcPct val="35000"/>
            </a:spcAft>
            <a:buNone/>
          </a:pPr>
          <a:r>
            <a:rPr lang="en-US" sz="2100" kern="1200" dirty="0"/>
            <a:t>Report duty as stated in the offer letter (11</a:t>
          </a:r>
          <a:r>
            <a:rPr lang="en-US" sz="2100" kern="1200" dirty="0">
              <a:latin typeface="Corbel" panose="020B0503020204020204"/>
            </a:rPr>
            <a:t> Oct</a:t>
          </a:r>
          <a:r>
            <a:rPr lang="en-US" sz="2100" kern="1200" dirty="0"/>
            <a:t> </a:t>
          </a:r>
          <a:r>
            <a:rPr lang="en-US" sz="2100" kern="1200" dirty="0">
              <a:latin typeface="Corbel" panose="020B0503020204020204"/>
            </a:rPr>
            <a:t>2022</a:t>
          </a:r>
          <a:r>
            <a:rPr lang="en-US" sz="2100" kern="1200" dirty="0"/>
            <a:t>)</a:t>
          </a:r>
        </a:p>
      </dsp:txBody>
      <dsp:txXfrm>
        <a:off x="1654425" y="3810855"/>
        <a:ext cx="6617704" cy="718924"/>
      </dsp:txXfrm>
    </dsp:sp>
    <dsp:sp modelId="{F7A53450-C554-42BB-99DE-48A30FE10099}">
      <dsp:nvSpPr>
        <dsp:cNvPr id="0" name=""/>
        <dsp:cNvSpPr/>
      </dsp:nvSpPr>
      <dsp:spPr>
        <a:xfrm>
          <a:off x="0" y="3810855"/>
          <a:ext cx="1654426" cy="718924"/>
        </a:xfrm>
        <a:prstGeom prst="rect">
          <a:avLst/>
        </a:prstGeom>
        <a:solidFill>
          <a:schemeClr val="lt1">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547" tIns="71014" rIns="87547" bIns="71014" numCol="1" spcCol="1270" anchor="ctr" anchorCtr="0">
          <a:noAutofit/>
        </a:bodyPr>
        <a:lstStyle/>
        <a:p>
          <a:pPr marL="0" lvl="0" indent="0" algn="ctr" defTabSz="933450">
            <a:lnSpc>
              <a:spcPct val="90000"/>
            </a:lnSpc>
            <a:spcBef>
              <a:spcPct val="0"/>
            </a:spcBef>
            <a:spcAft>
              <a:spcPct val="35000"/>
            </a:spcAft>
            <a:buNone/>
          </a:pPr>
          <a:r>
            <a:rPr lang="en-US" sz="2100" kern="1200"/>
            <a:t>Report</a:t>
          </a:r>
        </a:p>
      </dsp:txBody>
      <dsp:txXfrm>
        <a:off x="0" y="3810855"/>
        <a:ext cx="1654426" cy="7189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647AD2-3FFD-4011-8132-FD887FD8544B}">
      <dsp:nvSpPr>
        <dsp:cNvPr id="0" name=""/>
        <dsp:cNvSpPr/>
      </dsp:nvSpPr>
      <dsp:spPr>
        <a:xfrm>
          <a:off x="0" y="615"/>
          <a:ext cx="7293610" cy="14401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4CED8C-6CE4-4F0A-BFA3-046C0C142700}">
      <dsp:nvSpPr>
        <dsp:cNvPr id="0" name=""/>
        <dsp:cNvSpPr/>
      </dsp:nvSpPr>
      <dsp:spPr>
        <a:xfrm>
          <a:off x="435651" y="324653"/>
          <a:ext cx="792093" cy="79209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A5049F9-9EB3-4AC7-9CC5-669CFDC93FBE}">
      <dsp:nvSpPr>
        <dsp:cNvPr id="0" name=""/>
        <dsp:cNvSpPr/>
      </dsp:nvSpPr>
      <dsp:spPr>
        <a:xfrm>
          <a:off x="1663397" y="615"/>
          <a:ext cx="3282124" cy="144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18" tIns="152418" rIns="152418" bIns="152418" numCol="1" spcCol="1270" anchor="ctr" anchorCtr="0">
          <a:noAutofit/>
        </a:bodyPr>
        <a:lstStyle/>
        <a:p>
          <a:pPr marL="0" lvl="0" indent="0" algn="l" defTabSz="1111250" rtl="0">
            <a:lnSpc>
              <a:spcPct val="90000"/>
            </a:lnSpc>
            <a:spcBef>
              <a:spcPct val="0"/>
            </a:spcBef>
            <a:spcAft>
              <a:spcPct val="35000"/>
            </a:spcAft>
            <a:buNone/>
          </a:pPr>
          <a:r>
            <a:rPr lang="en-US" sz="2500" kern="1200">
              <a:latin typeface="Calibri"/>
              <a:cs typeface="Calibri"/>
            </a:rPr>
            <a:t>Students must upload the following documents on SILI:</a:t>
          </a:r>
        </a:p>
      </dsp:txBody>
      <dsp:txXfrm>
        <a:off x="1663397" y="615"/>
        <a:ext cx="3282124" cy="1440170"/>
      </dsp:txXfrm>
    </dsp:sp>
    <dsp:sp modelId="{C0F70CB0-5511-4412-9715-30AC2B329F96}">
      <dsp:nvSpPr>
        <dsp:cNvPr id="0" name=""/>
        <dsp:cNvSpPr/>
      </dsp:nvSpPr>
      <dsp:spPr>
        <a:xfrm>
          <a:off x="4945521" y="615"/>
          <a:ext cx="2348088" cy="144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18" tIns="152418" rIns="152418" bIns="152418" numCol="1" spcCol="1270" anchor="ctr" anchorCtr="0">
          <a:noAutofit/>
        </a:bodyPr>
        <a:lstStyle/>
        <a:p>
          <a:pPr marL="0" lvl="0" indent="0" algn="l" defTabSz="577850">
            <a:lnSpc>
              <a:spcPct val="90000"/>
            </a:lnSpc>
            <a:spcBef>
              <a:spcPct val="0"/>
            </a:spcBef>
            <a:spcAft>
              <a:spcPct val="35000"/>
            </a:spcAft>
            <a:buNone/>
          </a:pPr>
          <a:r>
            <a:rPr lang="en-US" sz="1300" kern="1200" dirty="0">
              <a:solidFill>
                <a:srgbClr val="071BF5"/>
              </a:solidFill>
              <a:latin typeface="Calibri"/>
              <a:cs typeface="Calibri"/>
            </a:rPr>
            <a:t>Form A - Registration Confirmation (</a:t>
          </a:r>
          <a:r>
            <a:rPr lang="en-US" sz="1300" b="1" kern="1200" dirty="0">
              <a:solidFill>
                <a:srgbClr val="071BF5"/>
              </a:solidFill>
              <a:latin typeface="Calibri"/>
              <a:cs typeface="Calibri"/>
            </a:rPr>
            <a:t>compulsory</a:t>
          </a:r>
          <a:r>
            <a:rPr lang="en-US" sz="1300" kern="1200" dirty="0">
              <a:solidFill>
                <a:srgbClr val="071BF5"/>
              </a:solidFill>
              <a:latin typeface="Calibri"/>
              <a:cs typeface="Calibri"/>
            </a:rPr>
            <a:t>) </a:t>
          </a:r>
        </a:p>
        <a:p>
          <a:pPr marL="0" lvl="0" indent="0" algn="l" defTabSz="577850">
            <a:lnSpc>
              <a:spcPct val="90000"/>
            </a:lnSpc>
            <a:spcBef>
              <a:spcPct val="0"/>
            </a:spcBef>
            <a:spcAft>
              <a:spcPct val="35000"/>
            </a:spcAft>
            <a:buNone/>
          </a:pPr>
          <a:r>
            <a:rPr lang="en-US" sz="1300" kern="1200">
              <a:solidFill>
                <a:srgbClr val="071BF5"/>
              </a:solidFill>
              <a:latin typeface="Calibri"/>
              <a:cs typeface="Calibri"/>
            </a:rPr>
            <a:t>Form B - Change of Industrial Training Company Address (if apply)</a:t>
          </a:r>
        </a:p>
      </dsp:txBody>
      <dsp:txXfrm>
        <a:off x="4945521" y="615"/>
        <a:ext cx="2348088" cy="1440170"/>
      </dsp:txXfrm>
    </dsp:sp>
    <dsp:sp modelId="{B2E6B733-3FBF-4595-8B81-C31553D8AF76}">
      <dsp:nvSpPr>
        <dsp:cNvPr id="0" name=""/>
        <dsp:cNvSpPr/>
      </dsp:nvSpPr>
      <dsp:spPr>
        <a:xfrm>
          <a:off x="0" y="1800829"/>
          <a:ext cx="7293610" cy="14401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6683E0-8BC8-444D-A3C0-689878FF138D}">
      <dsp:nvSpPr>
        <dsp:cNvPr id="0" name=""/>
        <dsp:cNvSpPr/>
      </dsp:nvSpPr>
      <dsp:spPr>
        <a:xfrm>
          <a:off x="435651" y="2124867"/>
          <a:ext cx="792093" cy="79209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6B0E743-E74B-4243-8181-7A781A4C3D35}">
      <dsp:nvSpPr>
        <dsp:cNvPr id="0" name=""/>
        <dsp:cNvSpPr/>
      </dsp:nvSpPr>
      <dsp:spPr>
        <a:xfrm>
          <a:off x="1663397" y="1800829"/>
          <a:ext cx="5630212" cy="144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18" tIns="152418" rIns="152418" bIns="152418" numCol="1" spcCol="1270" anchor="ctr" anchorCtr="0">
          <a:noAutofit/>
        </a:bodyPr>
        <a:lstStyle/>
        <a:p>
          <a:pPr marL="0" lvl="0" indent="0" algn="l" defTabSz="1111250" rtl="0">
            <a:lnSpc>
              <a:spcPct val="90000"/>
            </a:lnSpc>
            <a:spcBef>
              <a:spcPct val="0"/>
            </a:spcBef>
            <a:spcAft>
              <a:spcPct val="35000"/>
            </a:spcAft>
            <a:buNone/>
          </a:pPr>
          <a:r>
            <a:rPr lang="en-US" sz="2500" kern="1200">
              <a:latin typeface="Calibri"/>
              <a:cs typeface="Calibri"/>
            </a:rPr>
            <a:t>Any issues related to LI, student needs to refer their Faculty SV. </a:t>
          </a:r>
        </a:p>
      </dsp:txBody>
      <dsp:txXfrm>
        <a:off x="1663397" y="1800829"/>
        <a:ext cx="5630212" cy="1440170"/>
      </dsp:txXfrm>
    </dsp:sp>
    <dsp:sp modelId="{CE902A46-AC76-4E71-9B4C-A957EE8FCF4F}">
      <dsp:nvSpPr>
        <dsp:cNvPr id="0" name=""/>
        <dsp:cNvSpPr/>
      </dsp:nvSpPr>
      <dsp:spPr>
        <a:xfrm>
          <a:off x="0" y="3601042"/>
          <a:ext cx="7293610" cy="14401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8D89BB-8918-4487-8A69-AC94F4B50EC7}">
      <dsp:nvSpPr>
        <dsp:cNvPr id="0" name=""/>
        <dsp:cNvSpPr/>
      </dsp:nvSpPr>
      <dsp:spPr>
        <a:xfrm>
          <a:off x="435651" y="3925081"/>
          <a:ext cx="792093" cy="792093"/>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8EAB100-E83E-4CF2-B1E9-0E54806D2FBE}">
      <dsp:nvSpPr>
        <dsp:cNvPr id="0" name=""/>
        <dsp:cNvSpPr/>
      </dsp:nvSpPr>
      <dsp:spPr>
        <a:xfrm>
          <a:off x="1663397" y="3601042"/>
          <a:ext cx="5630212" cy="144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18" tIns="152418" rIns="152418" bIns="152418" numCol="1" spcCol="1270" anchor="ctr" anchorCtr="0">
          <a:noAutofit/>
        </a:bodyPr>
        <a:lstStyle/>
        <a:p>
          <a:pPr marL="0" lvl="0" indent="0" algn="l" defTabSz="1111250" rtl="0">
            <a:lnSpc>
              <a:spcPct val="90000"/>
            </a:lnSpc>
            <a:spcBef>
              <a:spcPct val="0"/>
            </a:spcBef>
            <a:spcAft>
              <a:spcPct val="35000"/>
            </a:spcAft>
            <a:buNone/>
          </a:pPr>
          <a:r>
            <a:rPr lang="en-US" sz="2500" kern="1200">
              <a:latin typeface="Calibri"/>
              <a:cs typeface="Calibri"/>
            </a:rPr>
            <a:t>Ensure the job given is IT related. </a:t>
          </a:r>
          <a:br>
            <a:rPr lang="en-US" sz="2500" kern="1200">
              <a:latin typeface="Calibri"/>
              <a:cs typeface="Calibri"/>
            </a:rPr>
          </a:br>
          <a:r>
            <a:rPr lang="en-US" sz="2500" kern="1200">
              <a:latin typeface="Calibri"/>
              <a:cs typeface="Calibri"/>
            </a:rPr>
            <a:t>If not, discuss with Industry SV or suggest one.</a:t>
          </a:r>
        </a:p>
      </dsp:txBody>
      <dsp:txXfrm>
        <a:off x="1663397" y="3601042"/>
        <a:ext cx="5630212" cy="1440170"/>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9091"/>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sz="quarter" idx="1"/>
          </p:nvPr>
        </p:nvSpPr>
        <p:spPr>
          <a:xfrm>
            <a:off x="3884613" y="0"/>
            <a:ext cx="2971800" cy="499091"/>
          </a:xfrm>
          <a:prstGeom prst="rect">
            <a:avLst/>
          </a:prstGeom>
        </p:spPr>
        <p:txBody>
          <a:bodyPr vert="horz" lIns="91440" tIns="45720" rIns="91440" bIns="45720" rtlCol="0"/>
          <a:lstStyle>
            <a:lvl1pPr algn="r">
              <a:defRPr sz="1200"/>
            </a:lvl1pPr>
          </a:lstStyle>
          <a:p>
            <a:fld id="{BB3B7636-C888-400E-B6F7-27987D808BE4}" type="datetimeFigureOut">
              <a:rPr lang="en-MY" smtClean="0"/>
              <a:t>14/9/2022</a:t>
            </a:fld>
            <a:endParaRPr lang="en-MY"/>
          </a:p>
        </p:txBody>
      </p:sp>
      <p:sp>
        <p:nvSpPr>
          <p:cNvPr id="4" name="Footer Placeholder 3"/>
          <p:cNvSpPr>
            <a:spLocks noGrp="1"/>
          </p:cNvSpPr>
          <p:nvPr>
            <p:ph type="ftr" sz="quarter" idx="2"/>
          </p:nvPr>
        </p:nvSpPr>
        <p:spPr>
          <a:xfrm>
            <a:off x="0" y="9448185"/>
            <a:ext cx="2971800" cy="499090"/>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p:cNvSpPr>
            <a:spLocks noGrp="1"/>
          </p:cNvSpPr>
          <p:nvPr>
            <p:ph type="sldNum" sz="quarter" idx="3"/>
          </p:nvPr>
        </p:nvSpPr>
        <p:spPr>
          <a:xfrm>
            <a:off x="3884613" y="9448185"/>
            <a:ext cx="2971800" cy="499090"/>
          </a:xfrm>
          <a:prstGeom prst="rect">
            <a:avLst/>
          </a:prstGeom>
        </p:spPr>
        <p:txBody>
          <a:bodyPr vert="horz" lIns="91440" tIns="45720" rIns="91440" bIns="45720" rtlCol="0" anchor="b"/>
          <a:lstStyle>
            <a:lvl1pPr algn="r">
              <a:defRPr sz="1200"/>
            </a:lvl1pPr>
          </a:lstStyle>
          <a:p>
            <a:fld id="{F62889A2-9735-42E1-A82B-1F27EAD4A76D}" type="slidenum">
              <a:rPr lang="en-MY" smtClean="0"/>
              <a:t>‹#›</a:t>
            </a:fld>
            <a:endParaRPr lang="en-MY"/>
          </a:p>
        </p:txBody>
      </p:sp>
    </p:spTree>
    <p:extLst>
      <p:ext uri="{BB962C8B-B14F-4D97-AF65-F5344CB8AC3E}">
        <p14:creationId xmlns:p14="http://schemas.microsoft.com/office/powerpoint/2010/main" val="790599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9091"/>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99091"/>
          </a:xfrm>
          <a:prstGeom prst="rect">
            <a:avLst/>
          </a:prstGeom>
        </p:spPr>
        <p:txBody>
          <a:bodyPr vert="horz" lIns="91440" tIns="45720" rIns="91440" bIns="45720" rtlCol="0"/>
          <a:lstStyle>
            <a:lvl1pPr algn="r">
              <a:defRPr sz="1200"/>
            </a:lvl1pPr>
          </a:lstStyle>
          <a:p>
            <a:fld id="{D694EAB4-9DEC-4F42-A0B6-EE87EC0B6453}" type="datetimeFigureOut">
              <a:rPr lang="en-MY" smtClean="0"/>
              <a:t>14/9/2022</a:t>
            </a:fld>
            <a:endParaRPr lang="en-MY"/>
          </a:p>
        </p:txBody>
      </p:sp>
      <p:sp>
        <p:nvSpPr>
          <p:cNvPr id="4" name="Slide Image Placeholder 3"/>
          <p:cNvSpPr>
            <a:spLocks noGrp="1" noRot="1" noChangeAspect="1"/>
          </p:cNvSpPr>
          <p:nvPr>
            <p:ph type="sldImg" idx="2"/>
          </p:nvPr>
        </p:nvSpPr>
        <p:spPr>
          <a:xfrm>
            <a:off x="444500" y="1243013"/>
            <a:ext cx="5969000" cy="3357562"/>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787126"/>
            <a:ext cx="5486400" cy="39167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9448185"/>
            <a:ext cx="2971800" cy="499090"/>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9448185"/>
            <a:ext cx="2971800" cy="499090"/>
          </a:xfrm>
          <a:prstGeom prst="rect">
            <a:avLst/>
          </a:prstGeom>
        </p:spPr>
        <p:txBody>
          <a:bodyPr vert="horz" lIns="91440" tIns="45720" rIns="91440" bIns="45720" rtlCol="0" anchor="b"/>
          <a:lstStyle>
            <a:lvl1pPr algn="r">
              <a:defRPr sz="1200"/>
            </a:lvl1pPr>
          </a:lstStyle>
          <a:p>
            <a:fld id="{B30B115E-2AC3-4993-A964-4E00AC99E384}" type="slidenum">
              <a:rPr lang="en-MY" smtClean="0"/>
              <a:t>‹#›</a:t>
            </a:fld>
            <a:endParaRPr lang="en-MY"/>
          </a:p>
        </p:txBody>
      </p:sp>
    </p:spTree>
    <p:extLst>
      <p:ext uri="{BB962C8B-B14F-4D97-AF65-F5344CB8AC3E}">
        <p14:creationId xmlns:p14="http://schemas.microsoft.com/office/powerpoint/2010/main" val="183569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B30B115E-2AC3-4993-A964-4E00AC99E384}" type="slidenum">
              <a:rPr lang="en-MY" smtClean="0"/>
              <a:t>8</a:t>
            </a:fld>
            <a:endParaRPr lang="en-MY"/>
          </a:p>
        </p:txBody>
      </p:sp>
    </p:spTree>
    <p:extLst>
      <p:ext uri="{BB962C8B-B14F-4D97-AF65-F5344CB8AC3E}">
        <p14:creationId xmlns:p14="http://schemas.microsoft.com/office/powerpoint/2010/main" val="3497602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W" dirty="0"/>
          </a:p>
        </p:txBody>
      </p:sp>
      <p:sp>
        <p:nvSpPr>
          <p:cNvPr id="4" name="Slide Number Placeholder 3"/>
          <p:cNvSpPr>
            <a:spLocks noGrp="1"/>
          </p:cNvSpPr>
          <p:nvPr>
            <p:ph type="sldNum" sz="quarter" idx="5"/>
          </p:nvPr>
        </p:nvSpPr>
        <p:spPr/>
        <p:txBody>
          <a:bodyPr/>
          <a:lstStyle/>
          <a:p>
            <a:fld id="{B30B115E-2AC3-4993-A964-4E00AC99E384}" type="slidenum">
              <a:rPr lang="en-MY" smtClean="0"/>
              <a:t>10</a:t>
            </a:fld>
            <a:endParaRPr lang="en-MY"/>
          </a:p>
        </p:txBody>
      </p:sp>
    </p:spTree>
    <p:extLst>
      <p:ext uri="{BB962C8B-B14F-4D97-AF65-F5344CB8AC3E}">
        <p14:creationId xmlns:p14="http://schemas.microsoft.com/office/powerpoint/2010/main" val="2017910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B30B115E-2AC3-4993-A964-4E00AC99E384}" type="slidenum">
              <a:rPr lang="en-MY" smtClean="0"/>
              <a:t>25</a:t>
            </a:fld>
            <a:endParaRPr lang="en-MY"/>
          </a:p>
        </p:txBody>
      </p:sp>
    </p:spTree>
    <p:extLst>
      <p:ext uri="{BB962C8B-B14F-4D97-AF65-F5344CB8AC3E}">
        <p14:creationId xmlns:p14="http://schemas.microsoft.com/office/powerpoint/2010/main" val="3638856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B30B115E-2AC3-4993-A964-4E00AC99E384}" type="slidenum">
              <a:rPr lang="en-MY" smtClean="0"/>
              <a:t>26</a:t>
            </a:fld>
            <a:endParaRPr lang="en-MY"/>
          </a:p>
        </p:txBody>
      </p:sp>
    </p:spTree>
    <p:extLst>
      <p:ext uri="{BB962C8B-B14F-4D97-AF65-F5344CB8AC3E}">
        <p14:creationId xmlns:p14="http://schemas.microsoft.com/office/powerpoint/2010/main" val="838195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B30B115E-2AC3-4993-A964-4E00AC99E384}" type="slidenum">
              <a:rPr lang="en-MY" smtClean="0"/>
              <a:t>27</a:t>
            </a:fld>
            <a:endParaRPr lang="en-MY"/>
          </a:p>
        </p:txBody>
      </p:sp>
    </p:spTree>
    <p:extLst>
      <p:ext uri="{BB962C8B-B14F-4D97-AF65-F5344CB8AC3E}">
        <p14:creationId xmlns:p14="http://schemas.microsoft.com/office/powerpoint/2010/main" val="3366459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B30B115E-2AC3-4993-A964-4E00AC99E384}" type="slidenum">
              <a:rPr lang="en-MY" smtClean="0"/>
              <a:t>29</a:t>
            </a:fld>
            <a:endParaRPr lang="en-MY"/>
          </a:p>
        </p:txBody>
      </p:sp>
    </p:spTree>
    <p:extLst>
      <p:ext uri="{BB962C8B-B14F-4D97-AF65-F5344CB8AC3E}">
        <p14:creationId xmlns:p14="http://schemas.microsoft.com/office/powerpoint/2010/main" val="461226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B30B115E-2AC3-4993-A964-4E00AC99E384}" type="slidenum">
              <a:rPr lang="en-MY" smtClean="0"/>
              <a:t>30</a:t>
            </a:fld>
            <a:endParaRPr lang="en-MY"/>
          </a:p>
        </p:txBody>
      </p:sp>
    </p:spTree>
    <p:extLst>
      <p:ext uri="{BB962C8B-B14F-4D97-AF65-F5344CB8AC3E}">
        <p14:creationId xmlns:p14="http://schemas.microsoft.com/office/powerpoint/2010/main" val="3806732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B30B115E-2AC3-4993-A964-4E00AC99E384}" type="slidenum">
              <a:rPr lang="en-MY" smtClean="0"/>
              <a:t>37</a:t>
            </a:fld>
            <a:endParaRPr lang="en-MY"/>
          </a:p>
        </p:txBody>
      </p:sp>
    </p:spTree>
    <p:extLst>
      <p:ext uri="{BB962C8B-B14F-4D97-AF65-F5344CB8AC3E}">
        <p14:creationId xmlns:p14="http://schemas.microsoft.com/office/powerpoint/2010/main" val="27787343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B30B115E-2AC3-4993-A964-4E00AC99E384}" type="slidenum">
              <a:rPr lang="en-MY" smtClean="0"/>
              <a:t>38</a:t>
            </a:fld>
            <a:endParaRPr lang="en-MY"/>
          </a:p>
        </p:txBody>
      </p:sp>
    </p:spTree>
    <p:extLst>
      <p:ext uri="{BB962C8B-B14F-4D97-AF65-F5344CB8AC3E}">
        <p14:creationId xmlns:p14="http://schemas.microsoft.com/office/powerpoint/2010/main" val="2190305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B30B115E-2AC3-4993-A964-4E00AC99E384}" type="slidenum">
              <a:rPr lang="en-MY" smtClean="0"/>
              <a:t>39</a:t>
            </a:fld>
            <a:endParaRPr lang="en-MY"/>
          </a:p>
        </p:txBody>
      </p:sp>
    </p:spTree>
    <p:extLst>
      <p:ext uri="{BB962C8B-B14F-4D97-AF65-F5344CB8AC3E}">
        <p14:creationId xmlns:p14="http://schemas.microsoft.com/office/powerpoint/2010/main" val="22192059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B30B115E-2AC3-4993-A964-4E00AC99E384}" type="slidenum">
              <a:rPr lang="en-MY" smtClean="0"/>
              <a:t>40</a:t>
            </a:fld>
            <a:endParaRPr lang="en-MY"/>
          </a:p>
        </p:txBody>
      </p:sp>
    </p:spTree>
    <p:extLst>
      <p:ext uri="{BB962C8B-B14F-4D97-AF65-F5344CB8AC3E}">
        <p14:creationId xmlns:p14="http://schemas.microsoft.com/office/powerpoint/2010/main" val="11566364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W"/>
          </a:p>
        </p:txBody>
      </p:sp>
      <p:sp>
        <p:nvSpPr>
          <p:cNvPr id="4" name="Slide Number Placeholder 3"/>
          <p:cNvSpPr>
            <a:spLocks noGrp="1"/>
          </p:cNvSpPr>
          <p:nvPr>
            <p:ph type="sldNum" sz="quarter" idx="5"/>
          </p:nvPr>
        </p:nvSpPr>
        <p:spPr/>
        <p:txBody>
          <a:bodyPr/>
          <a:lstStyle/>
          <a:p>
            <a:fld id="{A94DF169-4C40-4DBA-899F-37A0542CE6F0}" type="slidenum">
              <a:rPr lang="en-US" smtClean="0"/>
              <a:pPr/>
              <a:t>41</a:t>
            </a:fld>
            <a:endParaRPr lang="en-US"/>
          </a:p>
        </p:txBody>
      </p:sp>
    </p:spTree>
    <p:extLst>
      <p:ext uri="{BB962C8B-B14F-4D97-AF65-F5344CB8AC3E}">
        <p14:creationId xmlns:p14="http://schemas.microsoft.com/office/powerpoint/2010/main" val="3499194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B30B115E-2AC3-4993-A964-4E00AC99E384}" type="slidenum">
              <a:rPr lang="en-MY" smtClean="0"/>
              <a:t>42</a:t>
            </a:fld>
            <a:endParaRPr lang="en-MY"/>
          </a:p>
        </p:txBody>
      </p:sp>
    </p:spTree>
    <p:extLst>
      <p:ext uri="{BB962C8B-B14F-4D97-AF65-F5344CB8AC3E}">
        <p14:creationId xmlns:p14="http://schemas.microsoft.com/office/powerpoint/2010/main" val="232511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B30B115E-2AC3-4993-A964-4E00AC99E384}" type="slidenum">
              <a:rPr lang="en-MY" smtClean="0"/>
              <a:t>43</a:t>
            </a:fld>
            <a:endParaRPr lang="en-MY"/>
          </a:p>
        </p:txBody>
      </p:sp>
    </p:spTree>
    <p:extLst>
      <p:ext uri="{BB962C8B-B14F-4D97-AF65-F5344CB8AC3E}">
        <p14:creationId xmlns:p14="http://schemas.microsoft.com/office/powerpoint/2010/main" val="19535300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B30B115E-2AC3-4993-A964-4E00AC99E384}" type="slidenum">
              <a:rPr lang="en-MY" smtClean="0"/>
              <a:t>44</a:t>
            </a:fld>
            <a:endParaRPr lang="en-MY"/>
          </a:p>
        </p:txBody>
      </p:sp>
    </p:spTree>
    <p:extLst>
      <p:ext uri="{BB962C8B-B14F-4D97-AF65-F5344CB8AC3E}">
        <p14:creationId xmlns:p14="http://schemas.microsoft.com/office/powerpoint/2010/main" val="1164842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B30B115E-2AC3-4993-A964-4E00AC99E384}" type="slidenum">
              <a:rPr lang="en-MY" smtClean="0"/>
              <a:t>45</a:t>
            </a:fld>
            <a:endParaRPr lang="en-MY"/>
          </a:p>
        </p:txBody>
      </p:sp>
    </p:spTree>
    <p:extLst>
      <p:ext uri="{BB962C8B-B14F-4D97-AF65-F5344CB8AC3E}">
        <p14:creationId xmlns:p14="http://schemas.microsoft.com/office/powerpoint/2010/main" val="3423702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B30B115E-2AC3-4993-A964-4E00AC99E384}" type="slidenum">
              <a:rPr lang="en-MY" smtClean="0"/>
              <a:t>47</a:t>
            </a:fld>
            <a:endParaRPr lang="en-MY"/>
          </a:p>
        </p:txBody>
      </p:sp>
    </p:spTree>
    <p:extLst>
      <p:ext uri="{BB962C8B-B14F-4D97-AF65-F5344CB8AC3E}">
        <p14:creationId xmlns:p14="http://schemas.microsoft.com/office/powerpoint/2010/main" val="30711451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W"/>
          </a:p>
        </p:txBody>
      </p:sp>
      <p:sp>
        <p:nvSpPr>
          <p:cNvPr id="4" name="Slide Number Placeholder 3"/>
          <p:cNvSpPr>
            <a:spLocks noGrp="1"/>
          </p:cNvSpPr>
          <p:nvPr>
            <p:ph type="sldNum" sz="quarter" idx="5"/>
          </p:nvPr>
        </p:nvSpPr>
        <p:spPr/>
        <p:txBody>
          <a:bodyPr/>
          <a:lstStyle/>
          <a:p>
            <a:fld id="{B30B115E-2AC3-4993-A964-4E00AC99E384}" type="slidenum">
              <a:rPr lang="en-MY" smtClean="0"/>
              <a:t>49</a:t>
            </a:fld>
            <a:endParaRPr lang="en-MY"/>
          </a:p>
        </p:txBody>
      </p:sp>
    </p:spTree>
    <p:extLst>
      <p:ext uri="{BB962C8B-B14F-4D97-AF65-F5344CB8AC3E}">
        <p14:creationId xmlns:p14="http://schemas.microsoft.com/office/powerpoint/2010/main" val="2956748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5586B75A-687E-405C-8A0B-8D00578BA2C3}" type="datetimeFigureOut">
              <a:rPr lang="en-US" dirty="0"/>
              <a:pPr/>
              <a:t>9/14/2022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045707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86B75A-687E-405C-8A0B-8D00578BA2C3}" type="datetimeFigureOut">
              <a:rPr lang="en-US" dirty="0"/>
              <a:pPr/>
              <a:t>9/14/2022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761490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9/14/2022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611476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5586B75A-687E-405C-8A0B-8D00578BA2C3}" type="datetimeFigureOut">
              <a:rPr lang="en-US" dirty="0"/>
              <a:pPr/>
              <a:t>9/14/2022</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998412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0"/>
          </p:nvPr>
        </p:nvSpPr>
        <p:spPr/>
        <p:txBody>
          <a:bodyPr/>
          <a:lstStyle/>
          <a:p>
            <a:fld id="{5586B75A-687E-405C-8A0B-8D00578BA2C3}" type="datetimeFigureOut">
              <a:rPr lang="en-US" dirty="0"/>
              <a:pPr/>
              <a:t>9/14/2022</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162249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2" name="Date Placeholder 1"/>
          <p:cNvSpPr>
            <a:spLocks noGrp="1"/>
          </p:cNvSpPr>
          <p:nvPr>
            <p:ph type="dt" sz="half" idx="10"/>
          </p:nvPr>
        </p:nvSpPr>
        <p:spPr/>
        <p:txBody>
          <a:bodyPr/>
          <a:lstStyle/>
          <a:p>
            <a:fld id="{5586B75A-687E-405C-8A0B-8D00578BA2C3}" type="datetimeFigureOut">
              <a:rPr lang="en-US" dirty="0"/>
              <a:pPr/>
              <a:t>9/14/2022</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610617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9/14/2022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644165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9/14/2022</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683075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9/14/2022</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793308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9/14/2022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467804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9/14/2022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471902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9/14/2022</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369674649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a:off x="3400889" y="4684418"/>
            <a:ext cx="8801282" cy="1411582"/>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a:spLocks noGrp="1" noRot="1" noChangeAspect="1" noMove="1" noResize="1" noEditPoints="1" noAdjustHandles="1" noChangeArrowheads="1" noChangeShapeType="1" noTextEdit="1"/>
          </p:cNvSpPr>
          <p:nvPr/>
        </p:nvSpPr>
        <p:spPr>
          <a:xfrm>
            <a:off x="3411870" y="761999"/>
            <a:ext cx="8790301" cy="3810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a:spLocks noGrp="1" noRot="1" noChangeAspect="1" noMove="1" noResize="1" noEditPoints="1" noAdjustHandles="1" noChangeArrowheads="1" noChangeShapeType="1" noTextEdit="1"/>
          </p:cNvSpPr>
          <p:nvPr/>
        </p:nvSpPr>
        <p:spPr>
          <a:xfrm>
            <a:off x="0" y="761999"/>
            <a:ext cx="3289875"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722622" y="1298448"/>
            <a:ext cx="8215853" cy="2316423"/>
          </a:xfrm>
        </p:spPr>
        <p:txBody>
          <a:bodyPr anchor="b">
            <a:normAutofit/>
          </a:bodyPr>
          <a:lstStyle/>
          <a:p>
            <a:r>
              <a:rPr lang="en-MY" sz="5400" dirty="0">
                <a:latin typeface="Arial Rounded MT Bold"/>
              </a:rPr>
              <a:t>LI SEM 1 2022/2023:</a:t>
            </a:r>
            <a:br>
              <a:rPr lang="en-MY" sz="5400" dirty="0"/>
            </a:br>
            <a:r>
              <a:rPr lang="en-MY" sz="5400" dirty="0">
                <a:latin typeface="Arial Rounded MT Bold"/>
              </a:rPr>
              <a:t>2</a:t>
            </a:r>
            <a:r>
              <a:rPr lang="en-MY" sz="5400" baseline="30000" dirty="0">
                <a:latin typeface="Arial Rounded MT Bold"/>
              </a:rPr>
              <a:t>nd</a:t>
            </a:r>
            <a:r>
              <a:rPr lang="en-MY" sz="5400" dirty="0">
                <a:latin typeface="Arial Rounded MT Bold"/>
              </a:rPr>
              <a:t> Industrial Training Briefing (Supervision)</a:t>
            </a:r>
          </a:p>
        </p:txBody>
      </p:sp>
      <p:sp>
        <p:nvSpPr>
          <p:cNvPr id="3" name="Subtitle 2"/>
          <p:cNvSpPr>
            <a:spLocks noGrp="1"/>
          </p:cNvSpPr>
          <p:nvPr>
            <p:ph type="subTitle" idx="1"/>
          </p:nvPr>
        </p:nvSpPr>
        <p:spPr>
          <a:xfrm>
            <a:off x="3722622" y="5006151"/>
            <a:ext cx="7187529" cy="768116"/>
          </a:xfrm>
        </p:spPr>
        <p:txBody>
          <a:bodyPr anchor="t">
            <a:normAutofit/>
          </a:bodyPr>
          <a:lstStyle/>
          <a:p>
            <a:r>
              <a:rPr lang="en-MY" sz="1900" dirty="0">
                <a:solidFill>
                  <a:srgbClr val="8CD6E4"/>
                </a:solidFill>
                <a:latin typeface="Arial Rounded MT Bold"/>
              </a:rPr>
              <a:t>12 September 2022 (Monday)</a:t>
            </a:r>
          </a:p>
          <a:p>
            <a:r>
              <a:rPr lang="en-MY" sz="1900" dirty="0">
                <a:solidFill>
                  <a:srgbClr val="8CD6E4"/>
                </a:solidFill>
                <a:latin typeface="Arial Rounded MT Bold"/>
              </a:rPr>
              <a:t>10.00 am</a:t>
            </a:r>
          </a:p>
        </p:txBody>
      </p:sp>
    </p:spTree>
    <p:extLst>
      <p:ext uri="{BB962C8B-B14F-4D97-AF65-F5344CB8AC3E}">
        <p14:creationId xmlns:p14="http://schemas.microsoft.com/office/powerpoint/2010/main" val="3139205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a:off x="7534654" y="758952"/>
            <a:ext cx="4665257"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a:spLocks noGrp="1" noRot="1" noChangeAspect="1" noMove="1" noResize="1" noEditPoints="1" noAdjustHandles="1" noChangeArrowheads="1" noChangeShapeType="1" noTextEdit="1"/>
          </p:cNvSpPr>
          <p:nvPr/>
        </p:nvSpPr>
        <p:spPr>
          <a:xfrm>
            <a:off x="0" y="772832"/>
            <a:ext cx="1194619"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852693" y="1123837"/>
            <a:ext cx="3801594" cy="2727413"/>
          </a:xfrm>
        </p:spPr>
        <p:txBody>
          <a:bodyPr anchor="b">
            <a:normAutofit/>
          </a:bodyPr>
          <a:lstStyle/>
          <a:p>
            <a:pPr algn="ctr"/>
            <a:r>
              <a:rPr lang="en-MY">
                <a:latin typeface="Arial Rounded MT Bold"/>
              </a:rPr>
              <a:t>Content</a:t>
            </a:r>
          </a:p>
        </p:txBody>
      </p:sp>
      <p:sp>
        <p:nvSpPr>
          <p:cNvPr id="3" name="Content Placeholder 2"/>
          <p:cNvSpPr>
            <a:spLocks noGrp="1"/>
          </p:cNvSpPr>
          <p:nvPr>
            <p:ph idx="1"/>
          </p:nvPr>
        </p:nvSpPr>
        <p:spPr>
          <a:xfrm>
            <a:off x="1095066" y="1569493"/>
            <a:ext cx="6539142" cy="3709089"/>
          </a:xfrm>
        </p:spPr>
        <p:txBody>
          <a:bodyPr anchor="b">
            <a:normAutofit/>
          </a:bodyPr>
          <a:lstStyle/>
          <a:p>
            <a:pPr marL="514350" indent="-514350">
              <a:buFont typeface="+mj-lt"/>
              <a:buAutoNum type="arabicPeriod"/>
            </a:pPr>
            <a:r>
              <a:rPr lang="en-MY" sz="3000">
                <a:solidFill>
                  <a:srgbClr val="000000"/>
                </a:solidFill>
                <a:latin typeface="Calibri"/>
                <a:cs typeface="Calibri"/>
              </a:rPr>
              <a:t>Actions to be taken before, during LI and after LI?</a:t>
            </a:r>
          </a:p>
          <a:p>
            <a:pPr marL="514350" indent="-514350">
              <a:buFont typeface="+mj-lt"/>
              <a:buAutoNum type="arabicPeriod"/>
            </a:pPr>
            <a:r>
              <a:rPr lang="en-MY" sz="3000">
                <a:solidFill>
                  <a:srgbClr val="000000"/>
                </a:solidFill>
                <a:latin typeface="Calibri"/>
                <a:cs typeface="Calibri"/>
              </a:rPr>
              <a:t>Info regarding LI Visit and Assessments</a:t>
            </a:r>
          </a:p>
          <a:p>
            <a:pPr marL="514350" indent="-514350">
              <a:buFont typeface="+mj-lt"/>
              <a:buAutoNum type="arabicPeriod"/>
            </a:pPr>
            <a:r>
              <a:rPr lang="en-MY" sz="3000">
                <a:solidFill>
                  <a:srgbClr val="000000"/>
                </a:solidFill>
                <a:latin typeface="Calibri"/>
                <a:cs typeface="Calibri"/>
              </a:rPr>
              <a:t>Success / Failure LI cases</a:t>
            </a:r>
          </a:p>
          <a:p>
            <a:pPr marL="514350" indent="-514350">
              <a:buFont typeface="+mj-lt"/>
              <a:buAutoNum type="arabicPeriod"/>
            </a:pPr>
            <a:endParaRPr lang="en-MY" sz="3000">
              <a:solidFill>
                <a:srgbClr val="000000"/>
              </a:solidFill>
              <a:latin typeface="Calibri"/>
              <a:cs typeface="Calibri"/>
            </a:endParaRPr>
          </a:p>
        </p:txBody>
      </p:sp>
    </p:spTree>
    <p:extLst>
      <p:ext uri="{BB962C8B-B14F-4D97-AF65-F5344CB8AC3E}">
        <p14:creationId xmlns:p14="http://schemas.microsoft.com/office/powerpoint/2010/main" val="2653348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032" y="1123837"/>
            <a:ext cx="3104430" cy="4601183"/>
          </a:xfrm>
        </p:spPr>
        <p:txBody>
          <a:bodyPr/>
          <a:lstStyle/>
          <a:p>
            <a:pPr algn="ctr"/>
            <a:r>
              <a:rPr lang="ms-MY">
                <a:latin typeface="Arial Rounded MT Bold"/>
              </a:rPr>
              <a:t>FTMK </a:t>
            </a:r>
            <a:r>
              <a:rPr lang="ms-MY" err="1">
                <a:latin typeface="Arial Rounded MT Bold"/>
              </a:rPr>
              <a:t>Industrial</a:t>
            </a:r>
            <a:r>
              <a:rPr lang="ms-MY">
                <a:latin typeface="Arial Rounded MT Bold"/>
              </a:rPr>
              <a:t> </a:t>
            </a:r>
            <a:r>
              <a:rPr lang="ms-MY" err="1">
                <a:latin typeface="Arial Rounded MT Bold"/>
              </a:rPr>
              <a:t>Training</a:t>
            </a:r>
            <a:br>
              <a:rPr lang="ms-MY">
                <a:latin typeface="Arial Rounded MT Bold"/>
              </a:rPr>
            </a:br>
            <a:r>
              <a:rPr lang="ms-MY" err="1">
                <a:latin typeface="Arial Rounded MT Bold"/>
              </a:rPr>
              <a:t>Committee</a:t>
            </a:r>
            <a:r>
              <a:rPr lang="ms-MY">
                <a:latin typeface="Arial Rounded MT Bold"/>
              </a:rPr>
              <a:t> </a:t>
            </a:r>
            <a:br>
              <a:rPr lang="ms-MY">
                <a:latin typeface="Arial Rounded MT Bold"/>
              </a:rPr>
            </a:br>
            <a:r>
              <a:rPr lang="ms-MY">
                <a:latin typeface="Arial Rounded MT Bold"/>
              </a:rPr>
              <a:t>&amp; </a:t>
            </a:r>
            <a:br>
              <a:rPr lang="ms-MY">
                <a:latin typeface="Arial Rounded MT Bold"/>
              </a:rPr>
            </a:br>
            <a:r>
              <a:rPr lang="en-MY">
                <a:latin typeface="Arial Rounded MT Bold"/>
              </a:rPr>
              <a:t>Person-in-Charge (PIC)</a:t>
            </a:r>
            <a:endParaRPr lang="en-US">
              <a:latin typeface="Arial Rounded MT Bold"/>
            </a:endParaRPr>
          </a:p>
        </p:txBody>
      </p:sp>
      <p:graphicFrame>
        <p:nvGraphicFramePr>
          <p:cNvPr id="6" name="Table 5">
            <a:extLst>
              <a:ext uri="{FF2B5EF4-FFF2-40B4-BE49-F238E27FC236}">
                <a16:creationId xmlns:a16="http://schemas.microsoft.com/office/drawing/2014/main" id="{46CB1AB5-9B07-4EC5-9242-66209BB25B0F}"/>
              </a:ext>
            </a:extLst>
          </p:cNvPr>
          <p:cNvGraphicFramePr>
            <a:graphicFrameLocks noGrp="1"/>
          </p:cNvGraphicFramePr>
          <p:nvPr>
            <p:extLst>
              <p:ext uri="{D42A27DB-BD31-4B8C-83A1-F6EECF244321}">
                <p14:modId xmlns:p14="http://schemas.microsoft.com/office/powerpoint/2010/main" val="3693540272"/>
              </p:ext>
            </p:extLst>
          </p:nvPr>
        </p:nvGraphicFramePr>
        <p:xfrm>
          <a:off x="3587730" y="370840"/>
          <a:ext cx="8094743" cy="6233160"/>
        </p:xfrm>
        <a:graphic>
          <a:graphicData uri="http://schemas.openxmlformats.org/drawingml/2006/table">
            <a:tbl>
              <a:tblPr firstRow="1" bandRow="1">
                <a:tableStyleId>{5C22544A-7EE6-4342-B048-85BDC9FD1C3A}</a:tableStyleId>
              </a:tblPr>
              <a:tblGrid>
                <a:gridCol w="1815543">
                  <a:extLst>
                    <a:ext uri="{9D8B030D-6E8A-4147-A177-3AD203B41FA5}">
                      <a16:colId xmlns:a16="http://schemas.microsoft.com/office/drawing/2014/main" val="3819477157"/>
                    </a:ext>
                  </a:extLst>
                </a:gridCol>
                <a:gridCol w="6279200">
                  <a:extLst>
                    <a:ext uri="{9D8B030D-6E8A-4147-A177-3AD203B41FA5}">
                      <a16:colId xmlns:a16="http://schemas.microsoft.com/office/drawing/2014/main" val="650978070"/>
                    </a:ext>
                  </a:extLst>
                </a:gridCol>
              </a:tblGrid>
              <a:tr h="571500">
                <a:tc>
                  <a:txBody>
                    <a:bodyPr/>
                    <a:lstStyle/>
                    <a:p>
                      <a:pPr marL="0" marR="0" indent="0" algn="ctr" rtl="0" eaLnBrk="1" fontAlgn="base" latinLnBrk="0" hangingPunct="1">
                        <a:spcBef>
                          <a:spcPts val="0"/>
                        </a:spcBef>
                        <a:spcAft>
                          <a:spcPts val="0"/>
                        </a:spcAft>
                      </a:pPr>
                      <a:endParaRPr lang="ms-MY" sz="2400" kern="1200" baseline="0" err="1">
                        <a:ln>
                          <a:noFill/>
                        </a:ln>
                        <a:effectLst/>
                      </a:endParaRPr>
                    </a:p>
                    <a:p>
                      <a:pPr marL="0" marR="0" lvl="0" indent="0" algn="ctr">
                        <a:spcBef>
                          <a:spcPts val="0"/>
                        </a:spcBef>
                        <a:spcAft>
                          <a:spcPts val="0"/>
                        </a:spcAft>
                        <a:buNone/>
                      </a:pPr>
                      <a:r>
                        <a:rPr lang="ms-MY" sz="2400" kern="1200" baseline="0" err="1">
                          <a:ln>
                            <a:noFill/>
                          </a:ln>
                          <a:effectLst/>
                        </a:rPr>
                        <a:t>Faculty</a:t>
                      </a:r>
                      <a:r>
                        <a:rPr lang="ms-MY" sz="2400" kern="1200" baseline="0">
                          <a:ln>
                            <a:noFill/>
                          </a:ln>
                          <a:effectLst/>
                        </a:rPr>
                        <a:t> </a:t>
                      </a:r>
                    </a:p>
                    <a:p>
                      <a:pPr marL="0" marR="0" lvl="0" indent="0" algn="ctr">
                        <a:spcBef>
                          <a:spcPts val="0"/>
                        </a:spcBef>
                        <a:spcAft>
                          <a:spcPts val="0"/>
                        </a:spcAft>
                        <a:buNone/>
                      </a:pPr>
                      <a:r>
                        <a:rPr lang="ms-MY" sz="2400" kern="1200" baseline="0" err="1">
                          <a:ln>
                            <a:noFill/>
                          </a:ln>
                          <a:effectLst/>
                        </a:rPr>
                        <a:t>Coordinator</a:t>
                      </a:r>
                      <a:endParaRPr lang="ms-MY" sz="2400" kern="1200" baseline="0">
                        <a:ln>
                          <a:noFill/>
                        </a:ln>
                        <a:effectLst/>
                      </a:endParaRPr>
                    </a:p>
                    <a:p>
                      <a:pPr marL="0" marR="0" lvl="0" indent="0" algn="ctr">
                        <a:spcBef>
                          <a:spcPts val="0"/>
                        </a:spcBef>
                        <a:spcAft>
                          <a:spcPts val="0"/>
                        </a:spcAft>
                        <a:buNone/>
                      </a:pPr>
                      <a:endParaRPr lang="ms-MY" sz="2400" kern="1200" baseline="0">
                        <a:ln>
                          <a:noFill/>
                        </a:ln>
                        <a:effectLst/>
                      </a:endParaRPr>
                    </a:p>
                  </a:txBody>
                  <a:tcPr marL="0" marR="0" marT="0" marB="0" anchor="ctr"/>
                </a:tc>
                <a:tc>
                  <a:txBody>
                    <a:bodyPr/>
                    <a:lstStyle/>
                    <a:p>
                      <a:pPr marL="0" marR="0" indent="0" algn="l" rtl="0" eaLnBrk="1" fontAlgn="base" latinLnBrk="0" hangingPunct="1">
                        <a:spcBef>
                          <a:spcPts val="0"/>
                        </a:spcBef>
                        <a:spcAft>
                          <a:spcPts val="0"/>
                        </a:spcAft>
                      </a:pPr>
                      <a:r>
                        <a:rPr lang="de-DE" sz="2400" kern="1200" baseline="0" dirty="0">
                          <a:ln>
                            <a:noFill/>
                          </a:ln>
                          <a:effectLst/>
                        </a:rPr>
                        <a:t>Ts. Dr. Wahidah Md Shah</a:t>
                      </a:r>
                      <a:endParaRPr lang="de-DE" dirty="0">
                        <a:effectLst/>
                      </a:endParaRPr>
                    </a:p>
                  </a:txBody>
                  <a:tcPr marL="0" marR="0" marT="0" marB="0" anchor="ctr"/>
                </a:tc>
                <a:extLst>
                  <a:ext uri="{0D108BD9-81ED-4DB2-BD59-A6C34878D82A}">
                    <a16:rowId xmlns:a16="http://schemas.microsoft.com/office/drawing/2014/main" val="3569931606"/>
                  </a:ext>
                </a:extLst>
              </a:tr>
              <a:tr h="571500">
                <a:tc>
                  <a:txBody>
                    <a:bodyPr/>
                    <a:lstStyle/>
                    <a:p>
                      <a:pPr marL="0" marR="0" indent="0" algn="l" rtl="0" eaLnBrk="1" fontAlgn="base" latinLnBrk="0" hangingPunct="1">
                        <a:spcBef>
                          <a:spcPts val="0"/>
                        </a:spcBef>
                        <a:spcAft>
                          <a:spcPts val="0"/>
                        </a:spcAft>
                      </a:pPr>
                      <a:r>
                        <a:rPr lang="en-US" sz="2400" kern="1200" baseline="0">
                          <a:ln>
                            <a:noFill/>
                          </a:ln>
                          <a:effectLst/>
                        </a:rPr>
                        <a:t>BITS </a:t>
                      </a:r>
                      <a:endParaRPr lang="en-US">
                        <a:effectLst/>
                      </a:endParaRPr>
                    </a:p>
                  </a:txBody>
                  <a:tcPr marL="0" marR="0" marT="0" marB="0" anchor="ctr"/>
                </a:tc>
                <a:tc>
                  <a:txBody>
                    <a:bodyPr/>
                    <a:lstStyle/>
                    <a:p>
                      <a:pPr marL="0" marR="0" indent="0" algn="l" rtl="0" eaLnBrk="1" fontAlgn="base" latinLnBrk="0" hangingPunct="1">
                        <a:spcBef>
                          <a:spcPts val="0"/>
                        </a:spcBef>
                        <a:spcAft>
                          <a:spcPts val="0"/>
                        </a:spcAft>
                      </a:pPr>
                      <a:r>
                        <a:rPr lang="en-US" sz="2000" kern="1200" baseline="0" dirty="0" err="1">
                          <a:ln>
                            <a:noFill/>
                          </a:ln>
                          <a:effectLst/>
                        </a:rPr>
                        <a:t>Ts.</a:t>
                      </a:r>
                      <a:r>
                        <a:rPr lang="en-US" sz="2000" kern="1200" baseline="0" dirty="0">
                          <a:ln>
                            <a:noFill/>
                          </a:ln>
                          <a:effectLst/>
                        </a:rPr>
                        <a:t> Dr. </a:t>
                      </a:r>
                      <a:r>
                        <a:rPr lang="en-US" sz="2000" kern="1200" baseline="0" dirty="0" err="1">
                          <a:ln>
                            <a:noFill/>
                          </a:ln>
                          <a:effectLst/>
                        </a:rPr>
                        <a:t>Lizawati</a:t>
                      </a:r>
                      <a:r>
                        <a:rPr lang="en-US" sz="2000" kern="1200" baseline="0" dirty="0">
                          <a:ln>
                            <a:noFill/>
                          </a:ln>
                          <a:effectLst/>
                        </a:rPr>
                        <a:t> </a:t>
                      </a:r>
                      <a:r>
                        <a:rPr lang="en-US" sz="2000" kern="1200" baseline="0" dirty="0" err="1">
                          <a:ln>
                            <a:noFill/>
                          </a:ln>
                          <a:effectLst/>
                        </a:rPr>
                        <a:t>Salahuddin</a:t>
                      </a:r>
                      <a:endParaRPr lang="en-US" sz="2000" dirty="0">
                        <a:effectLst/>
                      </a:endParaRPr>
                    </a:p>
                  </a:txBody>
                  <a:tcPr marL="0" marR="0" marT="0" marB="0" anchor="ctr"/>
                </a:tc>
                <a:extLst>
                  <a:ext uri="{0D108BD9-81ED-4DB2-BD59-A6C34878D82A}">
                    <a16:rowId xmlns:a16="http://schemas.microsoft.com/office/drawing/2014/main" val="1724394613"/>
                  </a:ext>
                </a:extLst>
              </a:tr>
              <a:tr h="571500">
                <a:tc>
                  <a:txBody>
                    <a:bodyPr/>
                    <a:lstStyle/>
                    <a:p>
                      <a:pPr marL="0" marR="0" indent="0" algn="l" rtl="0" eaLnBrk="1" fontAlgn="base" latinLnBrk="0" hangingPunct="1">
                        <a:spcBef>
                          <a:spcPts val="0"/>
                        </a:spcBef>
                        <a:spcAft>
                          <a:spcPts val="0"/>
                        </a:spcAft>
                      </a:pPr>
                      <a:r>
                        <a:rPr lang="en-US" sz="2400" kern="1200" baseline="0" dirty="0">
                          <a:ln>
                            <a:noFill/>
                          </a:ln>
                          <a:effectLst/>
                        </a:rPr>
                        <a:t>BITD &amp; Supervision</a:t>
                      </a:r>
                      <a:endParaRPr lang="en-US" dirty="0">
                        <a:effectLst/>
                      </a:endParaRPr>
                    </a:p>
                  </a:txBody>
                  <a:tcPr marL="0" marR="0" marT="0" marB="0" anchor="ctr"/>
                </a:tc>
                <a:tc>
                  <a:txBody>
                    <a:bodyPr/>
                    <a:lstStyle/>
                    <a:p>
                      <a:pPr marL="0" marR="0" indent="0" algn="l" rtl="0" eaLnBrk="1" fontAlgn="base" latinLnBrk="0" hangingPunct="1">
                        <a:spcBef>
                          <a:spcPts val="0"/>
                        </a:spcBef>
                        <a:spcAft>
                          <a:spcPts val="0"/>
                        </a:spcAft>
                      </a:pPr>
                      <a:r>
                        <a:rPr lang="en-US" sz="2000" kern="1200" baseline="0" dirty="0" err="1">
                          <a:ln>
                            <a:noFill/>
                          </a:ln>
                          <a:effectLst/>
                        </a:rPr>
                        <a:t>Ts.</a:t>
                      </a:r>
                      <a:r>
                        <a:rPr lang="en-US" sz="2000" kern="1200" baseline="0" dirty="0">
                          <a:ln>
                            <a:noFill/>
                          </a:ln>
                          <a:effectLst/>
                        </a:rPr>
                        <a:t> </a:t>
                      </a:r>
                      <a:r>
                        <a:rPr lang="en-US" sz="2000" kern="1200" baseline="0" dirty="0" err="1">
                          <a:ln>
                            <a:noFill/>
                          </a:ln>
                          <a:effectLst/>
                        </a:rPr>
                        <a:t>Azlianor</a:t>
                      </a:r>
                      <a:r>
                        <a:rPr lang="en-US" sz="2000" kern="1200" baseline="0" dirty="0">
                          <a:ln>
                            <a:noFill/>
                          </a:ln>
                          <a:effectLst/>
                        </a:rPr>
                        <a:t> Abdul Aziz</a:t>
                      </a:r>
                      <a:endParaRPr lang="en-US" sz="2000" dirty="0">
                        <a:effectLst/>
                      </a:endParaRPr>
                    </a:p>
                  </a:txBody>
                  <a:tcPr marL="0" marR="0" marT="0" marB="0" anchor="ctr"/>
                </a:tc>
                <a:extLst>
                  <a:ext uri="{0D108BD9-81ED-4DB2-BD59-A6C34878D82A}">
                    <a16:rowId xmlns:a16="http://schemas.microsoft.com/office/drawing/2014/main" val="1959617590"/>
                  </a:ext>
                </a:extLst>
              </a:tr>
              <a:tr h="571500">
                <a:tc>
                  <a:txBody>
                    <a:bodyPr/>
                    <a:lstStyle/>
                    <a:p>
                      <a:pPr marL="0" marR="0" indent="0" algn="l" rtl="0" eaLnBrk="1" fontAlgn="base" latinLnBrk="0" hangingPunct="1">
                        <a:spcBef>
                          <a:spcPts val="0"/>
                        </a:spcBef>
                        <a:spcAft>
                          <a:spcPts val="0"/>
                        </a:spcAft>
                      </a:pPr>
                      <a:r>
                        <a:rPr lang="en-US" sz="2400" kern="1200" baseline="0">
                          <a:ln>
                            <a:noFill/>
                          </a:ln>
                          <a:effectLst/>
                        </a:rPr>
                        <a:t>BITC</a:t>
                      </a:r>
                      <a:endParaRPr lang="en-US">
                        <a:effectLst/>
                      </a:endParaRPr>
                    </a:p>
                  </a:txBody>
                  <a:tcPr marL="0" marR="0" marT="0" marB="0" anchor="ctr"/>
                </a:tc>
                <a:tc>
                  <a:txBody>
                    <a:bodyPr/>
                    <a:lstStyle/>
                    <a:p>
                      <a:pPr marL="0" marR="0" indent="0" algn="l" rtl="0" eaLnBrk="1" fontAlgn="base" latinLnBrk="0" hangingPunct="1">
                        <a:spcBef>
                          <a:spcPts val="0"/>
                        </a:spcBef>
                        <a:spcAft>
                          <a:spcPts val="0"/>
                        </a:spcAft>
                      </a:pPr>
                      <a:r>
                        <a:rPr lang="ms-MY" sz="2000" kern="1200" baseline="0" dirty="0">
                          <a:ln>
                            <a:noFill/>
                          </a:ln>
                          <a:effectLst/>
                        </a:rPr>
                        <a:t>Ts. Suhaimi Basrah</a:t>
                      </a:r>
                      <a:endParaRPr lang="ms-MY" sz="2000" dirty="0">
                        <a:effectLst/>
                      </a:endParaRPr>
                    </a:p>
                  </a:txBody>
                  <a:tcPr marL="0" marR="0" marT="0" marB="0" anchor="ctr"/>
                </a:tc>
                <a:extLst>
                  <a:ext uri="{0D108BD9-81ED-4DB2-BD59-A6C34878D82A}">
                    <a16:rowId xmlns:a16="http://schemas.microsoft.com/office/drawing/2014/main" val="2042757136"/>
                  </a:ext>
                </a:extLst>
              </a:tr>
              <a:tr h="571500">
                <a:tc>
                  <a:txBody>
                    <a:bodyPr/>
                    <a:lstStyle/>
                    <a:p>
                      <a:pPr marL="0" marR="0" indent="0" algn="l" rtl="0" eaLnBrk="1" fontAlgn="base" latinLnBrk="0" hangingPunct="1">
                        <a:spcBef>
                          <a:spcPts val="0"/>
                        </a:spcBef>
                        <a:spcAft>
                          <a:spcPts val="0"/>
                        </a:spcAft>
                      </a:pPr>
                      <a:r>
                        <a:rPr lang="ms-MY" sz="2400" kern="1200" baseline="0" dirty="0">
                          <a:ln>
                            <a:noFill/>
                          </a:ln>
                          <a:effectLst/>
                        </a:rPr>
                        <a:t>BITZ </a:t>
                      </a:r>
                      <a:endParaRPr lang="ms-MY" dirty="0">
                        <a:effectLst/>
                      </a:endParaRPr>
                    </a:p>
                  </a:txBody>
                  <a:tcPr marL="0" marR="0" marT="0" marB="0" anchor="ctr"/>
                </a:tc>
                <a:tc>
                  <a:txBody>
                    <a:bodyPr/>
                    <a:lstStyle/>
                    <a:p>
                      <a:pPr marL="0" marR="0" indent="0" algn="l" rtl="0" eaLnBrk="1" fontAlgn="base" latinLnBrk="0" hangingPunct="1">
                        <a:spcBef>
                          <a:spcPts val="0"/>
                        </a:spcBef>
                        <a:spcAft>
                          <a:spcPts val="0"/>
                        </a:spcAft>
                      </a:pPr>
                      <a:r>
                        <a:rPr lang="fi-FI" sz="2000" kern="1200" dirty="0">
                          <a:effectLst/>
                        </a:rPr>
                        <a:t>En.</a:t>
                      </a:r>
                      <a:r>
                        <a:rPr lang="fi-FI" sz="2000" kern="1200" baseline="0" dirty="0">
                          <a:effectLst/>
                        </a:rPr>
                        <a:t> Mohammad Radzi Motsidi</a:t>
                      </a:r>
                      <a:endParaRPr lang="fi-FI" sz="1600" dirty="0">
                        <a:effectLst/>
                      </a:endParaRPr>
                    </a:p>
                  </a:txBody>
                  <a:tcPr marL="0" marR="0" marT="0" marB="0" anchor="ctr"/>
                </a:tc>
                <a:extLst>
                  <a:ext uri="{0D108BD9-81ED-4DB2-BD59-A6C34878D82A}">
                    <a16:rowId xmlns:a16="http://schemas.microsoft.com/office/drawing/2014/main" val="2983423967"/>
                  </a:ext>
                </a:extLst>
              </a:tr>
              <a:tr h="571500">
                <a:tc>
                  <a:txBody>
                    <a:bodyPr/>
                    <a:lstStyle/>
                    <a:p>
                      <a:pPr marL="0" marR="0" indent="0" algn="l" rtl="0" eaLnBrk="1" fontAlgn="base" latinLnBrk="0" hangingPunct="1">
                        <a:spcBef>
                          <a:spcPts val="0"/>
                        </a:spcBef>
                        <a:spcAft>
                          <a:spcPts val="0"/>
                        </a:spcAft>
                      </a:pPr>
                      <a:r>
                        <a:rPr lang="en-US" sz="2400" kern="1200" baseline="0">
                          <a:ln>
                            <a:noFill/>
                          </a:ln>
                          <a:effectLst/>
                        </a:rPr>
                        <a:t>BITM</a:t>
                      </a:r>
                      <a:endParaRPr lang="en-US">
                        <a:effectLst/>
                      </a:endParaRPr>
                    </a:p>
                  </a:txBody>
                  <a:tcPr marL="0" marR="0" marT="0" marB="0" anchor="ctr"/>
                </a:tc>
                <a:tc>
                  <a:txBody>
                    <a:bodyPr/>
                    <a:lstStyle/>
                    <a:p>
                      <a:pPr marL="0" marR="0" indent="0" algn="l" defTabSz="914400" rtl="0" eaLnBrk="1" fontAlgn="base" latinLnBrk="0" hangingPunct="1">
                        <a:spcBef>
                          <a:spcPts val="0"/>
                        </a:spcBef>
                        <a:spcAft>
                          <a:spcPts val="0"/>
                        </a:spcAft>
                      </a:pPr>
                      <a:r>
                        <a:rPr lang="en-US" sz="2000" kern="1200" dirty="0">
                          <a:solidFill>
                            <a:schemeClr val="dk1"/>
                          </a:solidFill>
                          <a:effectLst/>
                          <a:latin typeface="+mn-lt"/>
                          <a:ea typeface="+mn-ea"/>
                          <a:cs typeface="+mn-cs"/>
                        </a:rPr>
                        <a:t> </a:t>
                      </a:r>
                      <a:r>
                        <a:rPr lang="en-US" sz="2000" kern="1200" dirty="0" err="1">
                          <a:solidFill>
                            <a:schemeClr val="dk1"/>
                          </a:solidFill>
                          <a:effectLst/>
                          <a:latin typeface="+mn-lt"/>
                          <a:ea typeface="+mn-ea"/>
                          <a:cs typeface="+mn-cs"/>
                        </a:rPr>
                        <a:t>Ts.</a:t>
                      </a:r>
                      <a:r>
                        <a:rPr lang="en-US" sz="2000" kern="1200" dirty="0">
                          <a:solidFill>
                            <a:schemeClr val="dk1"/>
                          </a:solidFill>
                          <a:effectLst/>
                          <a:latin typeface="+mn-lt"/>
                          <a:ea typeface="+mn-ea"/>
                          <a:cs typeface="+mn-cs"/>
                        </a:rPr>
                        <a:t> Dr. </a:t>
                      </a:r>
                      <a:r>
                        <a:rPr lang="en-US" sz="2000" kern="1200" dirty="0" err="1">
                          <a:solidFill>
                            <a:schemeClr val="dk1"/>
                          </a:solidFill>
                          <a:effectLst/>
                          <a:latin typeface="+mn-lt"/>
                          <a:ea typeface="+mn-ea"/>
                          <a:cs typeface="+mn-cs"/>
                        </a:rPr>
                        <a:t>Sarni</a:t>
                      </a:r>
                      <a:r>
                        <a:rPr lang="en-US" sz="2000" kern="1200" dirty="0">
                          <a:solidFill>
                            <a:schemeClr val="dk1"/>
                          </a:solidFill>
                          <a:effectLst/>
                          <a:latin typeface="+mn-lt"/>
                          <a:ea typeface="+mn-ea"/>
                          <a:cs typeface="+mn-cs"/>
                        </a:rPr>
                        <a:t> </a:t>
                      </a:r>
                      <a:r>
                        <a:rPr lang="en-US" sz="2000" kern="1200" dirty="0" err="1">
                          <a:solidFill>
                            <a:schemeClr val="dk1"/>
                          </a:solidFill>
                          <a:effectLst/>
                          <a:latin typeface="+mn-lt"/>
                          <a:ea typeface="+mn-ea"/>
                          <a:cs typeface="+mn-cs"/>
                        </a:rPr>
                        <a:t>Suhaila</a:t>
                      </a:r>
                      <a:r>
                        <a:rPr lang="en-US" sz="2000" kern="1200" dirty="0">
                          <a:solidFill>
                            <a:schemeClr val="dk1"/>
                          </a:solidFill>
                          <a:effectLst/>
                          <a:latin typeface="+mn-lt"/>
                          <a:ea typeface="+mn-ea"/>
                          <a:cs typeface="+mn-cs"/>
                        </a:rPr>
                        <a:t> Rahim</a:t>
                      </a:r>
                    </a:p>
                  </a:txBody>
                  <a:tcPr marL="0" marR="0" marT="0" marB="0" anchor="ctr"/>
                </a:tc>
                <a:extLst>
                  <a:ext uri="{0D108BD9-81ED-4DB2-BD59-A6C34878D82A}">
                    <a16:rowId xmlns:a16="http://schemas.microsoft.com/office/drawing/2014/main" val="2037580810"/>
                  </a:ext>
                </a:extLst>
              </a:tr>
              <a:tr h="571500">
                <a:tc>
                  <a:txBody>
                    <a:bodyPr/>
                    <a:lstStyle/>
                    <a:p>
                      <a:pPr marL="0" marR="0" indent="0" algn="l" rtl="0" eaLnBrk="1" fontAlgn="base" latinLnBrk="0" hangingPunct="1">
                        <a:spcBef>
                          <a:spcPts val="0"/>
                        </a:spcBef>
                        <a:spcAft>
                          <a:spcPts val="0"/>
                        </a:spcAft>
                      </a:pPr>
                      <a:r>
                        <a:rPr lang="en-US" sz="2400" kern="1200" baseline="0">
                          <a:ln>
                            <a:noFill/>
                          </a:ln>
                          <a:effectLst/>
                        </a:rPr>
                        <a:t>BITE</a:t>
                      </a:r>
                      <a:endParaRPr lang="en-US">
                        <a:effectLst/>
                      </a:endParaRPr>
                    </a:p>
                  </a:txBody>
                  <a:tcPr marL="0" marR="0" marT="0" marB="0" anchor="ctr"/>
                </a:tc>
                <a:tc>
                  <a:txBody>
                    <a:bodyPr/>
                    <a:lstStyle/>
                    <a:p>
                      <a:pPr marL="0" marR="0" lvl="0" indent="0" algn="l">
                        <a:spcBef>
                          <a:spcPts val="0"/>
                        </a:spcBef>
                        <a:spcAft>
                          <a:spcPts val="0"/>
                        </a:spcAft>
                        <a:buNone/>
                      </a:pPr>
                      <a:r>
                        <a:rPr lang="en-US" sz="2000" kern="1200" dirty="0">
                          <a:effectLst/>
                        </a:rPr>
                        <a:t>Muhammad </a:t>
                      </a:r>
                      <a:r>
                        <a:rPr lang="en-US" sz="2000" kern="1200" dirty="0" err="1">
                          <a:effectLst/>
                        </a:rPr>
                        <a:t>Helmy</a:t>
                      </a:r>
                      <a:r>
                        <a:rPr lang="en-US" sz="2000" kern="1200" dirty="0">
                          <a:effectLst/>
                        </a:rPr>
                        <a:t> </a:t>
                      </a:r>
                      <a:r>
                        <a:rPr lang="en-US" sz="2000" kern="1200" dirty="0" err="1">
                          <a:effectLst/>
                        </a:rPr>
                        <a:t>Emran</a:t>
                      </a:r>
                      <a:endParaRPr lang="en-US" sz="2000" kern="1200" dirty="0">
                        <a:effectLst/>
                      </a:endParaRPr>
                    </a:p>
                  </a:txBody>
                  <a:tcPr marL="0" marR="0" marT="0" marB="0" anchor="ctr"/>
                </a:tc>
                <a:extLst>
                  <a:ext uri="{0D108BD9-81ED-4DB2-BD59-A6C34878D82A}">
                    <a16:rowId xmlns:a16="http://schemas.microsoft.com/office/drawing/2014/main" val="2169476723"/>
                  </a:ext>
                </a:extLst>
              </a:tr>
              <a:tr h="571500">
                <a:tc>
                  <a:txBody>
                    <a:bodyPr/>
                    <a:lstStyle/>
                    <a:p>
                      <a:pPr marL="0" marR="0" indent="0" algn="l" rtl="0" eaLnBrk="1" fontAlgn="base" latinLnBrk="0" hangingPunct="1">
                        <a:spcBef>
                          <a:spcPts val="0"/>
                        </a:spcBef>
                        <a:spcAft>
                          <a:spcPts val="0"/>
                        </a:spcAft>
                      </a:pPr>
                      <a:r>
                        <a:rPr lang="en-US" sz="2400" kern="1200" baseline="0">
                          <a:ln>
                            <a:noFill/>
                          </a:ln>
                          <a:effectLst/>
                        </a:rPr>
                        <a:t>BITI</a:t>
                      </a:r>
                      <a:endParaRPr lang="en-US">
                        <a:effectLst/>
                      </a:endParaRPr>
                    </a:p>
                  </a:txBody>
                  <a:tcPr marL="0" marR="0" marT="0" marB="0" anchor="ctr"/>
                </a:tc>
                <a:tc>
                  <a:txBody>
                    <a:bodyPr/>
                    <a:lstStyle/>
                    <a:p>
                      <a:pPr marL="0" marR="0" indent="0" algn="l" rtl="0" eaLnBrk="1" fontAlgn="base" latinLnBrk="0" hangingPunct="1">
                        <a:spcBef>
                          <a:spcPts val="0"/>
                        </a:spcBef>
                        <a:spcAft>
                          <a:spcPts val="0"/>
                        </a:spcAft>
                      </a:pPr>
                      <a:r>
                        <a:rPr lang="it-IT" sz="2000" kern="1200" dirty="0">
                          <a:effectLst/>
                        </a:rPr>
                        <a:t>Dr. Siti Azirah Asmai</a:t>
                      </a:r>
                    </a:p>
                  </a:txBody>
                  <a:tcPr marL="0" marR="0" marT="0" marB="0" anchor="ctr"/>
                </a:tc>
                <a:extLst>
                  <a:ext uri="{0D108BD9-81ED-4DB2-BD59-A6C34878D82A}">
                    <a16:rowId xmlns:a16="http://schemas.microsoft.com/office/drawing/2014/main" val="3907876138"/>
                  </a:ext>
                </a:extLst>
              </a:tr>
              <a:tr h="571500">
                <a:tc>
                  <a:txBody>
                    <a:bodyPr/>
                    <a:lstStyle/>
                    <a:p>
                      <a:pPr marL="0" marR="0" indent="0" algn="l" rtl="0" eaLnBrk="1" fontAlgn="base" latinLnBrk="0" hangingPunct="1">
                        <a:spcBef>
                          <a:spcPts val="0"/>
                        </a:spcBef>
                        <a:spcAft>
                          <a:spcPts val="0"/>
                        </a:spcAft>
                      </a:pPr>
                      <a:r>
                        <a:rPr lang="ms-MY" sz="2400" kern="1200">
                          <a:effectLst/>
                        </a:rPr>
                        <a:t>DIPLOMA</a:t>
                      </a:r>
                      <a:endParaRPr lang="ms-MY">
                        <a:effectLst/>
                      </a:endParaRPr>
                    </a:p>
                  </a:txBody>
                  <a:tcPr marL="0" marR="0" marT="0" marB="0" anchor="ctr"/>
                </a:tc>
                <a:tc>
                  <a:txBody>
                    <a:bodyPr/>
                    <a:lstStyle/>
                    <a:p>
                      <a:pPr marL="0" marR="0" indent="0" algn="l" rtl="0" eaLnBrk="1" fontAlgn="base" latinLnBrk="0" hangingPunct="1">
                        <a:spcBef>
                          <a:spcPts val="0"/>
                        </a:spcBef>
                        <a:spcAft>
                          <a:spcPts val="0"/>
                        </a:spcAft>
                      </a:pPr>
                      <a:r>
                        <a:rPr lang="en-US" sz="2000" kern="1200" baseline="0" dirty="0" err="1">
                          <a:ln>
                            <a:noFill/>
                          </a:ln>
                          <a:effectLst/>
                        </a:rPr>
                        <a:t>Ts.</a:t>
                      </a:r>
                      <a:r>
                        <a:rPr lang="en-US" sz="2000" kern="1200" baseline="0" dirty="0">
                          <a:ln>
                            <a:noFill/>
                          </a:ln>
                          <a:effectLst/>
                        </a:rPr>
                        <a:t> </a:t>
                      </a:r>
                      <a:r>
                        <a:rPr lang="en-US" sz="2000" kern="1200" baseline="0" dirty="0" err="1">
                          <a:ln>
                            <a:noFill/>
                          </a:ln>
                          <a:effectLst/>
                        </a:rPr>
                        <a:t>Haniza</a:t>
                      </a:r>
                      <a:r>
                        <a:rPr lang="en-US" sz="2000" kern="1200" baseline="0" dirty="0">
                          <a:ln>
                            <a:noFill/>
                          </a:ln>
                          <a:effectLst/>
                        </a:rPr>
                        <a:t> </a:t>
                      </a:r>
                      <a:r>
                        <a:rPr lang="en-US" sz="2000" kern="1200" baseline="0" dirty="0" err="1">
                          <a:ln>
                            <a:noFill/>
                          </a:ln>
                          <a:effectLst/>
                        </a:rPr>
                        <a:t>Nahar</a:t>
                      </a:r>
                      <a:r>
                        <a:rPr lang="en-US" sz="2000" kern="1200" baseline="0" dirty="0">
                          <a:ln>
                            <a:noFill/>
                          </a:ln>
                          <a:effectLst/>
                        </a:rPr>
                        <a:t>  &amp; </a:t>
                      </a:r>
                    </a:p>
                    <a:p>
                      <a:pPr marL="0" marR="0" indent="0" algn="l" rtl="0" eaLnBrk="1" fontAlgn="base" latinLnBrk="0" hangingPunct="1">
                        <a:spcBef>
                          <a:spcPts val="0"/>
                        </a:spcBef>
                        <a:spcAft>
                          <a:spcPts val="0"/>
                        </a:spcAft>
                      </a:pPr>
                      <a:r>
                        <a:rPr lang="en-US" sz="2000" kern="1200" baseline="0" dirty="0" err="1">
                          <a:ln>
                            <a:noFill/>
                          </a:ln>
                          <a:effectLst/>
                        </a:rPr>
                        <a:t>Ts.</a:t>
                      </a:r>
                      <a:r>
                        <a:rPr lang="en-US" sz="2000" kern="1200" baseline="0" dirty="0">
                          <a:ln>
                            <a:noFill/>
                          </a:ln>
                          <a:effectLst/>
                        </a:rPr>
                        <a:t> </a:t>
                      </a:r>
                      <a:r>
                        <a:rPr lang="en-US" sz="2000" kern="1200" baseline="0" dirty="0" err="1">
                          <a:ln>
                            <a:noFill/>
                          </a:ln>
                          <a:effectLst/>
                        </a:rPr>
                        <a:t>Marliza</a:t>
                      </a:r>
                      <a:r>
                        <a:rPr lang="en-US" sz="2000" kern="1200" baseline="0" dirty="0">
                          <a:ln>
                            <a:noFill/>
                          </a:ln>
                          <a:effectLst/>
                        </a:rPr>
                        <a:t> </a:t>
                      </a:r>
                      <a:r>
                        <a:rPr lang="en-US" sz="2000" kern="1200" baseline="0" dirty="0" err="1">
                          <a:ln>
                            <a:noFill/>
                          </a:ln>
                          <a:effectLst/>
                        </a:rPr>
                        <a:t>Ramly</a:t>
                      </a:r>
                      <a:endParaRPr lang="en-US" sz="2000" dirty="0">
                        <a:effectLst/>
                      </a:endParaRPr>
                    </a:p>
                  </a:txBody>
                  <a:tcPr marL="0" marR="0" marT="0" marB="0" anchor="ctr"/>
                </a:tc>
                <a:extLst>
                  <a:ext uri="{0D108BD9-81ED-4DB2-BD59-A6C34878D82A}">
                    <a16:rowId xmlns:a16="http://schemas.microsoft.com/office/drawing/2014/main" val="2481651055"/>
                  </a:ext>
                </a:extLst>
              </a:tr>
            </a:tbl>
          </a:graphicData>
        </a:graphic>
      </p:graphicFrame>
      <p:pic>
        <p:nvPicPr>
          <p:cNvPr id="12" name="Picture 12" descr="A person smiling for the camera&#10;&#10;Description automatically generated">
            <a:extLst>
              <a:ext uri="{FF2B5EF4-FFF2-40B4-BE49-F238E27FC236}">
                <a16:creationId xmlns:a16="http://schemas.microsoft.com/office/drawing/2014/main" id="{E8E3EA59-D9CB-4D8D-B1BB-0FAF68830BB7}"/>
              </a:ext>
            </a:extLst>
          </p:cNvPr>
          <p:cNvPicPr>
            <a:picLocks noChangeAspect="1"/>
          </p:cNvPicPr>
          <p:nvPr/>
        </p:nvPicPr>
        <p:blipFill>
          <a:blip r:embed="rId2"/>
          <a:stretch>
            <a:fillRect/>
          </a:stretch>
        </p:blipFill>
        <p:spPr>
          <a:xfrm>
            <a:off x="10012363" y="371475"/>
            <a:ext cx="968375" cy="1047750"/>
          </a:xfrm>
          <a:prstGeom prst="rect">
            <a:avLst/>
          </a:prstGeom>
        </p:spPr>
      </p:pic>
      <p:pic>
        <p:nvPicPr>
          <p:cNvPr id="13" name="Picture 13" descr="A person smiling for the camera&#10;&#10;Description automatically generated">
            <a:extLst>
              <a:ext uri="{FF2B5EF4-FFF2-40B4-BE49-F238E27FC236}">
                <a16:creationId xmlns:a16="http://schemas.microsoft.com/office/drawing/2014/main" id="{EDD245C6-DC7C-46C8-969E-6F3F4B4B1ED7}"/>
              </a:ext>
            </a:extLst>
          </p:cNvPr>
          <p:cNvPicPr>
            <a:picLocks noChangeAspect="1"/>
          </p:cNvPicPr>
          <p:nvPr/>
        </p:nvPicPr>
        <p:blipFill>
          <a:blip r:embed="rId3"/>
          <a:stretch>
            <a:fillRect/>
          </a:stretch>
        </p:blipFill>
        <p:spPr>
          <a:xfrm>
            <a:off x="9929938" y="6033929"/>
            <a:ext cx="695325" cy="790575"/>
          </a:xfrm>
          <a:prstGeom prst="rect">
            <a:avLst/>
          </a:prstGeom>
        </p:spPr>
      </p:pic>
      <p:pic>
        <p:nvPicPr>
          <p:cNvPr id="14" name="Picture 14" descr="A person in a blue shirt&#10;&#10;Description automatically generated">
            <a:extLst>
              <a:ext uri="{FF2B5EF4-FFF2-40B4-BE49-F238E27FC236}">
                <a16:creationId xmlns:a16="http://schemas.microsoft.com/office/drawing/2014/main" id="{EA136983-43DB-4F36-BEE3-C2EE9E4946E7}"/>
              </a:ext>
            </a:extLst>
          </p:cNvPr>
          <p:cNvPicPr>
            <a:picLocks noChangeAspect="1"/>
          </p:cNvPicPr>
          <p:nvPr/>
        </p:nvPicPr>
        <p:blipFill>
          <a:blip r:embed="rId4"/>
          <a:stretch>
            <a:fillRect/>
          </a:stretch>
        </p:blipFill>
        <p:spPr>
          <a:xfrm>
            <a:off x="10757354" y="1595125"/>
            <a:ext cx="777875" cy="803275"/>
          </a:xfrm>
          <a:prstGeom prst="rect">
            <a:avLst/>
          </a:prstGeom>
        </p:spPr>
      </p:pic>
      <p:pic>
        <p:nvPicPr>
          <p:cNvPr id="15" name="Picture 15" descr="A person wearing a scarf&#10;&#10;Description automatically generated">
            <a:extLst>
              <a:ext uri="{FF2B5EF4-FFF2-40B4-BE49-F238E27FC236}">
                <a16:creationId xmlns:a16="http://schemas.microsoft.com/office/drawing/2014/main" id="{CEE788D8-0A3A-43C7-9FFE-E420DA8DFFEB}"/>
              </a:ext>
            </a:extLst>
          </p:cNvPr>
          <p:cNvPicPr>
            <a:picLocks noChangeAspect="1"/>
          </p:cNvPicPr>
          <p:nvPr/>
        </p:nvPicPr>
        <p:blipFill>
          <a:blip r:embed="rId5"/>
          <a:stretch>
            <a:fillRect/>
          </a:stretch>
        </p:blipFill>
        <p:spPr>
          <a:xfrm>
            <a:off x="8555625" y="2323127"/>
            <a:ext cx="863600" cy="781050"/>
          </a:xfrm>
          <a:prstGeom prst="rect">
            <a:avLst/>
          </a:prstGeom>
        </p:spPr>
      </p:pic>
      <p:pic>
        <p:nvPicPr>
          <p:cNvPr id="16" name="Picture 16" descr="A person posing for the camera&#10;&#10;Description automatically generated">
            <a:extLst>
              <a:ext uri="{FF2B5EF4-FFF2-40B4-BE49-F238E27FC236}">
                <a16:creationId xmlns:a16="http://schemas.microsoft.com/office/drawing/2014/main" id="{D31E6318-CD04-449E-BA5D-F840FA40897E}"/>
              </a:ext>
            </a:extLst>
          </p:cNvPr>
          <p:cNvPicPr>
            <a:picLocks noChangeAspect="1"/>
          </p:cNvPicPr>
          <p:nvPr/>
        </p:nvPicPr>
        <p:blipFill>
          <a:blip r:embed="rId6"/>
          <a:stretch>
            <a:fillRect/>
          </a:stretch>
        </p:blipFill>
        <p:spPr>
          <a:xfrm>
            <a:off x="9625413" y="2616734"/>
            <a:ext cx="787400" cy="939800"/>
          </a:xfrm>
          <a:prstGeom prst="rect">
            <a:avLst/>
          </a:prstGeom>
        </p:spPr>
      </p:pic>
      <p:pic>
        <p:nvPicPr>
          <p:cNvPr id="3" name="Picture 3">
            <a:extLst>
              <a:ext uri="{FF2B5EF4-FFF2-40B4-BE49-F238E27FC236}">
                <a16:creationId xmlns:a16="http://schemas.microsoft.com/office/drawing/2014/main" id="{26098CD3-9D99-448F-9DE1-5DE55B68AB98}"/>
              </a:ext>
            </a:extLst>
          </p:cNvPr>
          <p:cNvPicPr>
            <a:picLocks noChangeAspect="1"/>
          </p:cNvPicPr>
          <p:nvPr/>
        </p:nvPicPr>
        <p:blipFill>
          <a:blip r:embed="rId7"/>
          <a:stretch>
            <a:fillRect/>
          </a:stretch>
        </p:blipFill>
        <p:spPr>
          <a:xfrm>
            <a:off x="10737171" y="4717378"/>
            <a:ext cx="818242" cy="903514"/>
          </a:xfrm>
          <a:prstGeom prst="rect">
            <a:avLst/>
          </a:prstGeom>
        </p:spPr>
      </p:pic>
      <p:pic>
        <p:nvPicPr>
          <p:cNvPr id="4" name="Picture 3"/>
          <p:cNvPicPr>
            <a:picLocks noChangeAspect="1"/>
          </p:cNvPicPr>
          <p:nvPr/>
        </p:nvPicPr>
        <p:blipFill>
          <a:blip r:embed="rId8"/>
          <a:stretch>
            <a:fillRect/>
          </a:stretch>
        </p:blipFill>
        <p:spPr>
          <a:xfrm>
            <a:off x="10579869" y="3175969"/>
            <a:ext cx="991466" cy="1124468"/>
          </a:xfrm>
          <a:prstGeom prst="rect">
            <a:avLst/>
          </a:prstGeom>
        </p:spPr>
      </p:pic>
      <p:pic>
        <p:nvPicPr>
          <p:cNvPr id="5" name="Picture 4"/>
          <p:cNvPicPr>
            <a:picLocks noChangeAspect="1"/>
          </p:cNvPicPr>
          <p:nvPr/>
        </p:nvPicPr>
        <p:blipFill>
          <a:blip r:embed="rId9"/>
          <a:stretch>
            <a:fillRect/>
          </a:stretch>
        </p:blipFill>
        <p:spPr>
          <a:xfrm>
            <a:off x="9406427" y="4036624"/>
            <a:ext cx="871174" cy="992072"/>
          </a:xfrm>
          <a:prstGeom prst="rect">
            <a:avLst/>
          </a:prstGeom>
        </p:spPr>
      </p:pic>
      <p:pic>
        <p:nvPicPr>
          <p:cNvPr id="7" name="Picture 6"/>
          <p:cNvPicPr>
            <a:picLocks noChangeAspect="1"/>
          </p:cNvPicPr>
          <p:nvPr/>
        </p:nvPicPr>
        <p:blipFill>
          <a:blip r:embed="rId10"/>
          <a:stretch>
            <a:fillRect/>
          </a:stretch>
        </p:blipFill>
        <p:spPr>
          <a:xfrm>
            <a:off x="9752260" y="5094172"/>
            <a:ext cx="833777" cy="903145"/>
          </a:xfrm>
          <a:prstGeom prst="rect">
            <a:avLst/>
          </a:prstGeom>
        </p:spPr>
      </p:pic>
      <p:pic>
        <p:nvPicPr>
          <p:cNvPr id="8" name="Picture 7"/>
          <p:cNvPicPr>
            <a:picLocks noChangeAspect="1"/>
          </p:cNvPicPr>
          <p:nvPr/>
        </p:nvPicPr>
        <p:blipFill>
          <a:blip r:embed="rId11"/>
          <a:stretch>
            <a:fillRect/>
          </a:stretch>
        </p:blipFill>
        <p:spPr>
          <a:xfrm>
            <a:off x="10829043" y="6033929"/>
            <a:ext cx="695325" cy="786143"/>
          </a:xfrm>
          <a:prstGeom prst="rect">
            <a:avLst/>
          </a:prstGeom>
        </p:spPr>
      </p:pic>
    </p:spTree>
    <p:extLst>
      <p:ext uri="{BB962C8B-B14F-4D97-AF65-F5344CB8AC3E}">
        <p14:creationId xmlns:p14="http://schemas.microsoft.com/office/powerpoint/2010/main" val="1277916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What is Industrial Training (LI)?</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02018532"/>
              </p:ext>
            </p:extLst>
          </p:nvPr>
        </p:nvGraphicFramePr>
        <p:xfrm>
          <a:off x="3557440" y="847151"/>
          <a:ext cx="3540087" cy="5121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ight Brace 4"/>
          <p:cNvSpPr/>
          <p:nvPr/>
        </p:nvSpPr>
        <p:spPr>
          <a:xfrm>
            <a:off x="7097527" y="847151"/>
            <a:ext cx="716437" cy="5135416"/>
          </a:xfrm>
          <a:prstGeom prst="rightBrace">
            <a:avLst>
              <a:gd name="adj1" fmla="val 8333"/>
              <a:gd name="adj2" fmla="val 47002"/>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6" name="TextBox 5"/>
          <p:cNvSpPr txBox="1"/>
          <p:nvPr/>
        </p:nvSpPr>
        <p:spPr>
          <a:xfrm>
            <a:off x="7622771" y="861292"/>
            <a:ext cx="4569229" cy="440120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MY" sz="2800" dirty="0">
                <a:solidFill>
                  <a:schemeClr val="accent1"/>
                </a:solidFill>
                <a:latin typeface="Calibri"/>
                <a:cs typeface="Calibri"/>
              </a:rPr>
              <a:t>24</a:t>
            </a:r>
            <a:r>
              <a:rPr lang="en-MY" sz="2800" dirty="0">
                <a:solidFill>
                  <a:srgbClr val="FF0000"/>
                </a:solidFill>
                <a:latin typeface="Calibri"/>
                <a:cs typeface="Calibri"/>
              </a:rPr>
              <a:t> </a:t>
            </a:r>
            <a:r>
              <a:rPr lang="en-MY" sz="2800" dirty="0">
                <a:solidFill>
                  <a:schemeClr val="accent1"/>
                </a:solidFill>
                <a:latin typeface="Calibri"/>
                <a:cs typeface="Calibri"/>
              </a:rPr>
              <a:t>weeks </a:t>
            </a:r>
            <a:endParaRPr lang="en-MY" sz="2800" dirty="0">
              <a:solidFill>
                <a:schemeClr val="accent1"/>
              </a:solidFill>
              <a:latin typeface="Calibri" panose="020F0502020204030204" pitchFamily="34" charset="0"/>
            </a:endParaRPr>
          </a:p>
          <a:p>
            <a:r>
              <a:rPr lang="en-MY" sz="2800" dirty="0">
                <a:latin typeface="Calibri"/>
                <a:cs typeface="Calibri"/>
              </a:rPr>
              <a:t>(</a:t>
            </a:r>
            <a:r>
              <a:rPr lang="en-MY" sz="2800" dirty="0">
                <a:solidFill>
                  <a:schemeClr val="accent1"/>
                </a:solidFill>
                <a:latin typeface="Calibri"/>
                <a:cs typeface="Calibri"/>
              </a:rPr>
              <a:t>11 Oct 2022 – 24 Mac 2023</a:t>
            </a:r>
            <a:r>
              <a:rPr lang="en-MY" sz="2800" dirty="0">
                <a:latin typeface="Calibri"/>
                <a:cs typeface="Calibri"/>
              </a:rPr>
              <a:t>)</a:t>
            </a:r>
            <a:endParaRPr lang="en-MY" sz="2800" dirty="0">
              <a:solidFill>
                <a:srgbClr val="FF0000"/>
              </a:solidFill>
              <a:latin typeface="Calibri"/>
              <a:cs typeface="Calibri"/>
            </a:endParaRPr>
          </a:p>
          <a:p>
            <a:pPr marL="285750" indent="-285750">
              <a:buFont typeface="Arial" panose="020B0604020202020204" pitchFamily="34" charset="0"/>
              <a:buChar char="•"/>
            </a:pPr>
            <a:r>
              <a:rPr lang="en-MY" sz="2800" dirty="0">
                <a:latin typeface="Calibri"/>
                <a:cs typeface="Calibri"/>
              </a:rPr>
              <a:t>Evaluated by Industry Supervisor and Faculty Supervisor</a:t>
            </a:r>
          </a:p>
          <a:p>
            <a:pPr marL="285750" indent="-285750">
              <a:buFont typeface="Arial" panose="020B0604020202020204" pitchFamily="34" charset="0"/>
              <a:buChar char="•"/>
            </a:pPr>
            <a:r>
              <a:rPr lang="en-US" altLang="en-US" sz="2800" dirty="0">
                <a:latin typeface="Calibri"/>
                <a:cs typeface="Calibri"/>
              </a:rPr>
              <a:t>E-Log book &amp; Report</a:t>
            </a:r>
          </a:p>
          <a:p>
            <a:pPr marL="285750" indent="-285750">
              <a:buFont typeface="Arial" panose="020B0604020202020204" pitchFamily="34" charset="0"/>
              <a:buChar char="•"/>
            </a:pPr>
            <a:r>
              <a:rPr lang="en-US" altLang="en-US" sz="2800" dirty="0">
                <a:latin typeface="Calibri"/>
                <a:cs typeface="Calibri"/>
              </a:rPr>
              <a:t>Technical Area (60-80%)</a:t>
            </a:r>
          </a:p>
          <a:p>
            <a:pPr marL="285750" indent="-285750">
              <a:buFont typeface="Arial" panose="020B0604020202020204" pitchFamily="34" charset="0"/>
              <a:buChar char="•"/>
            </a:pPr>
            <a:r>
              <a:rPr lang="en-US" altLang="en-US" sz="2800" dirty="0">
                <a:latin typeface="Calibri"/>
                <a:cs typeface="Calibri"/>
              </a:rPr>
              <a:t>Administration, Management &amp; Training (20-40%)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42709-F9E5-D54A-867D-43F34B56BF75}"/>
              </a:ext>
            </a:extLst>
          </p:cNvPr>
          <p:cNvSpPr>
            <a:spLocks noGrp="1"/>
          </p:cNvSpPr>
          <p:nvPr>
            <p:ph type="title"/>
          </p:nvPr>
        </p:nvSpPr>
        <p:spPr/>
        <p:txBody>
          <a:bodyPr/>
          <a:lstStyle/>
          <a:p>
            <a:pPr algn="ctr"/>
            <a:r>
              <a:rPr lang="en-US">
                <a:latin typeface="Arial Rounded MT Bold"/>
              </a:rPr>
              <a:t>Current Scenario</a:t>
            </a:r>
          </a:p>
        </p:txBody>
      </p:sp>
      <p:grpSp>
        <p:nvGrpSpPr>
          <p:cNvPr id="10" name="Group 9">
            <a:extLst>
              <a:ext uri="{FF2B5EF4-FFF2-40B4-BE49-F238E27FC236}">
                <a16:creationId xmlns:a16="http://schemas.microsoft.com/office/drawing/2014/main" id="{59E20038-D611-FC4A-B0B8-D4BB1EF27E80}"/>
              </a:ext>
            </a:extLst>
          </p:cNvPr>
          <p:cNvGrpSpPr/>
          <p:nvPr/>
        </p:nvGrpSpPr>
        <p:grpSpPr>
          <a:xfrm>
            <a:off x="3882918" y="300341"/>
            <a:ext cx="7712923" cy="5563687"/>
            <a:chOff x="3882918" y="300341"/>
            <a:chExt cx="7712923" cy="5563687"/>
          </a:xfrm>
        </p:grpSpPr>
        <p:sp>
          <p:nvSpPr>
            <p:cNvPr id="4" name="Oval 3">
              <a:extLst>
                <a:ext uri="{FF2B5EF4-FFF2-40B4-BE49-F238E27FC236}">
                  <a16:creationId xmlns:a16="http://schemas.microsoft.com/office/drawing/2014/main" id="{230680D2-BB2D-B94D-AE01-2C31A6D90CF8}"/>
                </a:ext>
              </a:extLst>
            </p:cNvPr>
            <p:cNvSpPr/>
            <p:nvPr/>
          </p:nvSpPr>
          <p:spPr>
            <a:xfrm>
              <a:off x="5105719" y="300341"/>
              <a:ext cx="1108497" cy="56376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solidFill>
                    <a:sysClr val="windowText" lastClr="000000"/>
                  </a:solidFill>
                </a:rPr>
                <a:t>Start</a:t>
              </a:r>
            </a:p>
          </p:txBody>
        </p:sp>
        <p:sp>
          <p:nvSpPr>
            <p:cNvPr id="5" name="Diamond 4">
              <a:extLst>
                <a:ext uri="{FF2B5EF4-FFF2-40B4-BE49-F238E27FC236}">
                  <a16:creationId xmlns:a16="http://schemas.microsoft.com/office/drawing/2014/main" id="{DB0B6474-5D99-3A4F-A378-07D2EFEE793F}"/>
                </a:ext>
              </a:extLst>
            </p:cNvPr>
            <p:cNvSpPr/>
            <p:nvPr/>
          </p:nvSpPr>
          <p:spPr>
            <a:xfrm>
              <a:off x="4587452" y="1123837"/>
              <a:ext cx="2145030" cy="890701"/>
            </a:xfrm>
            <a:prstGeom prst="diamond">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a:solidFill>
                    <a:sysClr val="windowText" lastClr="000000"/>
                  </a:solidFill>
                </a:rPr>
                <a:t>Confirm LI placement?</a:t>
              </a:r>
            </a:p>
          </p:txBody>
        </p:sp>
        <p:sp>
          <p:nvSpPr>
            <p:cNvPr id="6" name="Diamond 5">
              <a:extLst>
                <a:ext uri="{FF2B5EF4-FFF2-40B4-BE49-F238E27FC236}">
                  <a16:creationId xmlns:a16="http://schemas.microsoft.com/office/drawing/2014/main" id="{54F67179-8CA9-3E4F-AEB8-CF12CFE96E4C}"/>
                </a:ext>
              </a:extLst>
            </p:cNvPr>
            <p:cNvSpPr/>
            <p:nvPr/>
          </p:nvSpPr>
          <p:spPr>
            <a:xfrm>
              <a:off x="4587452" y="2349740"/>
              <a:ext cx="2145030" cy="890701"/>
            </a:xfrm>
            <a:prstGeom prst="diamond">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a:solidFill>
                    <a:sysClr val="windowText" lastClr="000000"/>
                  </a:solidFill>
                </a:rPr>
                <a:t>LI placement verified?</a:t>
              </a:r>
            </a:p>
          </p:txBody>
        </p:sp>
        <p:sp>
          <p:nvSpPr>
            <p:cNvPr id="7" name="Diamond 6">
              <a:extLst>
                <a:ext uri="{FF2B5EF4-FFF2-40B4-BE49-F238E27FC236}">
                  <a16:creationId xmlns:a16="http://schemas.microsoft.com/office/drawing/2014/main" id="{118598F4-7A6C-434D-82E6-4AB55493A296}"/>
                </a:ext>
              </a:extLst>
            </p:cNvPr>
            <p:cNvSpPr/>
            <p:nvPr/>
          </p:nvSpPr>
          <p:spPr>
            <a:xfrm>
              <a:off x="4274503" y="3647083"/>
              <a:ext cx="2770927" cy="890701"/>
            </a:xfrm>
            <a:prstGeom prst="diamond">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a:solidFill>
                    <a:sysClr val="windowText" lastClr="000000"/>
                  </a:solidFill>
                </a:rPr>
                <a:t>Pass PSM2 and completed 105 credit?</a:t>
              </a:r>
            </a:p>
          </p:txBody>
        </p:sp>
        <p:sp>
          <p:nvSpPr>
            <p:cNvPr id="8" name="Diamond 7">
              <a:extLst>
                <a:ext uri="{FF2B5EF4-FFF2-40B4-BE49-F238E27FC236}">
                  <a16:creationId xmlns:a16="http://schemas.microsoft.com/office/drawing/2014/main" id="{F1D56BDF-2C11-5646-9745-6789C3E41636}"/>
                </a:ext>
              </a:extLst>
            </p:cNvPr>
            <p:cNvSpPr/>
            <p:nvPr/>
          </p:nvSpPr>
          <p:spPr>
            <a:xfrm>
              <a:off x="4552578" y="4973327"/>
              <a:ext cx="2145030" cy="890701"/>
            </a:xfrm>
            <a:prstGeom prst="diamond">
              <a:avLst/>
            </a:prstGeom>
            <a:ln>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a:solidFill>
                    <a:sysClr val="windowText" lastClr="000000"/>
                  </a:solidFill>
                </a:rPr>
                <a:t>LI approved?</a:t>
              </a:r>
            </a:p>
          </p:txBody>
        </p:sp>
        <p:sp>
          <p:nvSpPr>
            <p:cNvPr id="9" name="Rectangle 8">
              <a:extLst>
                <a:ext uri="{FF2B5EF4-FFF2-40B4-BE49-F238E27FC236}">
                  <a16:creationId xmlns:a16="http://schemas.microsoft.com/office/drawing/2014/main" id="{F16567DD-0F5E-5341-B16E-445E87523D29}"/>
                </a:ext>
              </a:extLst>
            </p:cNvPr>
            <p:cNvSpPr/>
            <p:nvPr/>
          </p:nvSpPr>
          <p:spPr>
            <a:xfrm>
              <a:off x="7829550" y="5019199"/>
              <a:ext cx="1700213" cy="83995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lgn="ctr">
                <a:buFont typeface="Arial" panose="020B0604020202020204" pitchFamily="34" charset="0"/>
                <a:buChar char="•"/>
              </a:pPr>
              <a:r>
                <a:rPr lang="en-US" sz="1400">
                  <a:solidFill>
                    <a:sysClr val="windowText" lastClr="000000"/>
                  </a:solidFill>
                </a:rPr>
                <a:t>Print all relevant doc before LI </a:t>
              </a:r>
            </a:p>
            <a:p>
              <a:pPr marL="285750" indent="-285750">
                <a:buFont typeface="Arial" panose="020B0604020202020204" pitchFamily="34" charset="0"/>
                <a:buChar char="•"/>
              </a:pPr>
              <a:r>
                <a:rPr lang="en-US" sz="1400">
                  <a:solidFill>
                    <a:sysClr val="windowText" lastClr="000000"/>
                  </a:solidFill>
                </a:rPr>
                <a:t>Go for LI</a:t>
              </a:r>
            </a:p>
          </p:txBody>
        </p:sp>
        <p:cxnSp>
          <p:nvCxnSpPr>
            <p:cNvPr id="11" name="Straight Arrow Connector 10">
              <a:extLst>
                <a:ext uri="{FF2B5EF4-FFF2-40B4-BE49-F238E27FC236}">
                  <a16:creationId xmlns:a16="http://schemas.microsoft.com/office/drawing/2014/main" id="{A4FDDD17-FB67-BA46-AF03-EAB74C546BC2}"/>
                </a:ext>
              </a:extLst>
            </p:cNvPr>
            <p:cNvCxnSpPr>
              <a:stCxn id="4" idx="4"/>
              <a:endCxn id="5" idx="0"/>
            </p:cNvCxnSpPr>
            <p:nvPr/>
          </p:nvCxnSpPr>
          <p:spPr>
            <a:xfrm flipH="1">
              <a:off x="5659967" y="864108"/>
              <a:ext cx="1" cy="2597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81674FC4-CEFF-A942-A6FB-A8B08CE293A1}"/>
                </a:ext>
              </a:extLst>
            </p:cNvPr>
            <p:cNvCxnSpPr>
              <a:cxnSpLocks/>
              <a:endCxn id="6" idx="0"/>
            </p:cNvCxnSpPr>
            <p:nvPr/>
          </p:nvCxnSpPr>
          <p:spPr>
            <a:xfrm flipH="1">
              <a:off x="5659967" y="2030935"/>
              <a:ext cx="9522" cy="3188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5" name="Group 34">
              <a:extLst>
                <a:ext uri="{FF2B5EF4-FFF2-40B4-BE49-F238E27FC236}">
                  <a16:creationId xmlns:a16="http://schemas.microsoft.com/office/drawing/2014/main" id="{8B0CFB04-66E6-1449-AF7E-AF8E85CB01B1}"/>
                </a:ext>
              </a:extLst>
            </p:cNvPr>
            <p:cNvGrpSpPr/>
            <p:nvPr/>
          </p:nvGrpSpPr>
          <p:grpSpPr>
            <a:xfrm>
              <a:off x="3914775" y="993972"/>
              <a:ext cx="1745191" cy="575216"/>
              <a:chOff x="3914775" y="993972"/>
              <a:chExt cx="1745191" cy="575216"/>
            </a:xfrm>
          </p:grpSpPr>
          <p:cxnSp>
            <p:nvCxnSpPr>
              <p:cNvPr id="15" name="Straight Connector 14">
                <a:extLst>
                  <a:ext uri="{FF2B5EF4-FFF2-40B4-BE49-F238E27FC236}">
                    <a16:creationId xmlns:a16="http://schemas.microsoft.com/office/drawing/2014/main" id="{527B5E72-912E-9F47-8056-8947EBE64F4D}"/>
                  </a:ext>
                </a:extLst>
              </p:cNvPr>
              <p:cNvCxnSpPr>
                <a:stCxn id="5" idx="1"/>
              </p:cNvCxnSpPr>
              <p:nvPr/>
            </p:nvCxnSpPr>
            <p:spPr>
              <a:xfrm flipH="1" flipV="1">
                <a:off x="3929063" y="1569187"/>
                <a:ext cx="658389" cy="1"/>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585FCFA4-3306-3B40-A3D9-FE7AFF98D42B}"/>
                  </a:ext>
                </a:extLst>
              </p:cNvPr>
              <p:cNvCxnSpPr/>
              <p:nvPr/>
            </p:nvCxnSpPr>
            <p:spPr>
              <a:xfrm flipV="1">
                <a:off x="3914775" y="1123837"/>
                <a:ext cx="0" cy="44535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EADC6FDE-F2B8-E241-BB91-C9EF9386C066}"/>
                  </a:ext>
                </a:extLst>
              </p:cNvPr>
              <p:cNvCxnSpPr/>
              <p:nvPr/>
            </p:nvCxnSpPr>
            <p:spPr>
              <a:xfrm flipV="1">
                <a:off x="3929063" y="993972"/>
                <a:ext cx="1730903" cy="1298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0" name="TextBox 19">
              <a:extLst>
                <a:ext uri="{FF2B5EF4-FFF2-40B4-BE49-F238E27FC236}">
                  <a16:creationId xmlns:a16="http://schemas.microsoft.com/office/drawing/2014/main" id="{34D9BF9F-8F91-EB41-971B-1282D4841ADD}"/>
                </a:ext>
              </a:extLst>
            </p:cNvPr>
            <p:cNvSpPr txBox="1"/>
            <p:nvPr/>
          </p:nvSpPr>
          <p:spPr>
            <a:xfrm>
              <a:off x="5749606" y="2032885"/>
              <a:ext cx="518266" cy="307777"/>
            </a:xfrm>
            <a:prstGeom prst="rect">
              <a:avLst/>
            </a:prstGeom>
            <a:noFill/>
          </p:spPr>
          <p:txBody>
            <a:bodyPr wrap="square" rtlCol="0">
              <a:spAutoFit/>
            </a:bodyPr>
            <a:lstStyle/>
            <a:p>
              <a:r>
                <a:rPr lang="en-US" sz="1400"/>
                <a:t>yes</a:t>
              </a:r>
            </a:p>
          </p:txBody>
        </p:sp>
        <p:sp>
          <p:nvSpPr>
            <p:cNvPr id="21" name="TextBox 20">
              <a:extLst>
                <a:ext uri="{FF2B5EF4-FFF2-40B4-BE49-F238E27FC236}">
                  <a16:creationId xmlns:a16="http://schemas.microsoft.com/office/drawing/2014/main" id="{1DB7BAEF-FFA9-FE40-9D92-F73893C7950D}"/>
                </a:ext>
              </a:extLst>
            </p:cNvPr>
            <p:cNvSpPr txBox="1"/>
            <p:nvPr/>
          </p:nvSpPr>
          <p:spPr>
            <a:xfrm>
              <a:off x="5836867" y="3258383"/>
              <a:ext cx="518266" cy="307777"/>
            </a:xfrm>
            <a:prstGeom prst="rect">
              <a:avLst/>
            </a:prstGeom>
            <a:noFill/>
          </p:spPr>
          <p:txBody>
            <a:bodyPr wrap="square" rtlCol="0">
              <a:spAutoFit/>
            </a:bodyPr>
            <a:lstStyle/>
            <a:p>
              <a:r>
                <a:rPr lang="en-US" sz="1400"/>
                <a:t>yes</a:t>
              </a:r>
            </a:p>
          </p:txBody>
        </p:sp>
        <p:cxnSp>
          <p:nvCxnSpPr>
            <p:cNvPr id="22" name="Straight Arrow Connector 21">
              <a:extLst>
                <a:ext uri="{FF2B5EF4-FFF2-40B4-BE49-F238E27FC236}">
                  <a16:creationId xmlns:a16="http://schemas.microsoft.com/office/drawing/2014/main" id="{91FBD98F-E05F-D245-B237-1FE6F037AC65}"/>
                </a:ext>
              </a:extLst>
            </p:cNvPr>
            <p:cNvCxnSpPr>
              <a:cxnSpLocks/>
              <a:endCxn id="7" idx="0"/>
            </p:cNvCxnSpPr>
            <p:nvPr/>
          </p:nvCxnSpPr>
          <p:spPr>
            <a:xfrm flipH="1">
              <a:off x="5659967" y="3254908"/>
              <a:ext cx="4754" cy="3921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278A5685-1F27-E243-8EBA-FC5C84C71925}"/>
                </a:ext>
              </a:extLst>
            </p:cNvPr>
            <p:cNvSpPr txBox="1"/>
            <p:nvPr/>
          </p:nvSpPr>
          <p:spPr>
            <a:xfrm>
              <a:off x="3972506" y="1327616"/>
              <a:ext cx="518266" cy="307777"/>
            </a:xfrm>
            <a:prstGeom prst="rect">
              <a:avLst/>
            </a:prstGeom>
            <a:noFill/>
          </p:spPr>
          <p:txBody>
            <a:bodyPr wrap="square" rtlCol="0">
              <a:spAutoFit/>
            </a:bodyPr>
            <a:lstStyle/>
            <a:p>
              <a:r>
                <a:rPr lang="en-US" sz="1400"/>
                <a:t>no</a:t>
              </a:r>
            </a:p>
          </p:txBody>
        </p:sp>
        <p:cxnSp>
          <p:nvCxnSpPr>
            <p:cNvPr id="25" name="Straight Arrow Connector 24">
              <a:extLst>
                <a:ext uri="{FF2B5EF4-FFF2-40B4-BE49-F238E27FC236}">
                  <a16:creationId xmlns:a16="http://schemas.microsoft.com/office/drawing/2014/main" id="{4A71ED87-7D74-A549-AD99-B00E8D267AA4}"/>
                </a:ext>
              </a:extLst>
            </p:cNvPr>
            <p:cNvCxnSpPr>
              <a:cxnSpLocks/>
              <a:stCxn id="7" idx="2"/>
              <a:endCxn id="8" idx="0"/>
            </p:cNvCxnSpPr>
            <p:nvPr/>
          </p:nvCxnSpPr>
          <p:spPr>
            <a:xfrm flipH="1">
              <a:off x="5625093" y="4537784"/>
              <a:ext cx="34874" cy="4355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1BA62E49-06D8-F743-A286-78F2FBD9275A}"/>
                </a:ext>
              </a:extLst>
            </p:cNvPr>
            <p:cNvSpPr txBox="1"/>
            <p:nvPr/>
          </p:nvSpPr>
          <p:spPr>
            <a:xfrm>
              <a:off x="5749606" y="4565209"/>
              <a:ext cx="518266" cy="307777"/>
            </a:xfrm>
            <a:prstGeom prst="rect">
              <a:avLst/>
            </a:prstGeom>
            <a:noFill/>
          </p:spPr>
          <p:txBody>
            <a:bodyPr wrap="square" rtlCol="0">
              <a:spAutoFit/>
            </a:bodyPr>
            <a:lstStyle/>
            <a:p>
              <a:r>
                <a:rPr lang="en-US" sz="1400"/>
                <a:t>yes</a:t>
              </a:r>
            </a:p>
          </p:txBody>
        </p:sp>
        <p:sp>
          <p:nvSpPr>
            <p:cNvPr id="29" name="TextBox 28">
              <a:extLst>
                <a:ext uri="{FF2B5EF4-FFF2-40B4-BE49-F238E27FC236}">
                  <a16:creationId xmlns:a16="http://schemas.microsoft.com/office/drawing/2014/main" id="{645EC236-D903-C74F-B208-D8DC3D9A9F5E}"/>
                </a:ext>
              </a:extLst>
            </p:cNvPr>
            <p:cNvSpPr txBox="1"/>
            <p:nvPr/>
          </p:nvSpPr>
          <p:spPr>
            <a:xfrm>
              <a:off x="7092151" y="5144783"/>
              <a:ext cx="518266" cy="307777"/>
            </a:xfrm>
            <a:prstGeom prst="rect">
              <a:avLst/>
            </a:prstGeom>
            <a:noFill/>
          </p:spPr>
          <p:txBody>
            <a:bodyPr wrap="square" rtlCol="0">
              <a:spAutoFit/>
            </a:bodyPr>
            <a:lstStyle/>
            <a:p>
              <a:r>
                <a:rPr lang="en-US" sz="1400"/>
                <a:t>yes</a:t>
              </a:r>
            </a:p>
          </p:txBody>
        </p:sp>
        <p:cxnSp>
          <p:nvCxnSpPr>
            <p:cNvPr id="31" name="Straight Arrow Connector 30">
              <a:extLst>
                <a:ext uri="{FF2B5EF4-FFF2-40B4-BE49-F238E27FC236}">
                  <a16:creationId xmlns:a16="http://schemas.microsoft.com/office/drawing/2014/main" id="{58512918-40AD-AB4F-8CFD-25423E9B88B3}"/>
                </a:ext>
              </a:extLst>
            </p:cNvPr>
            <p:cNvCxnSpPr>
              <a:stCxn id="8" idx="3"/>
              <a:endCxn id="9" idx="1"/>
            </p:cNvCxnSpPr>
            <p:nvPr/>
          </p:nvCxnSpPr>
          <p:spPr>
            <a:xfrm>
              <a:off x="6697608" y="5418678"/>
              <a:ext cx="1131942" cy="204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Oval 31">
              <a:extLst>
                <a:ext uri="{FF2B5EF4-FFF2-40B4-BE49-F238E27FC236}">
                  <a16:creationId xmlns:a16="http://schemas.microsoft.com/office/drawing/2014/main" id="{B4FB4F97-66CC-1F46-81AC-09FC272BE978}"/>
                </a:ext>
              </a:extLst>
            </p:cNvPr>
            <p:cNvSpPr/>
            <p:nvPr/>
          </p:nvSpPr>
          <p:spPr>
            <a:xfrm>
              <a:off x="10487344" y="5121062"/>
              <a:ext cx="1108497" cy="56376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solidFill>
                    <a:sysClr val="windowText" lastClr="000000"/>
                  </a:solidFill>
                </a:rPr>
                <a:t>End</a:t>
              </a:r>
            </a:p>
          </p:txBody>
        </p:sp>
        <p:cxnSp>
          <p:nvCxnSpPr>
            <p:cNvPr id="33" name="Straight Arrow Connector 32">
              <a:extLst>
                <a:ext uri="{FF2B5EF4-FFF2-40B4-BE49-F238E27FC236}">
                  <a16:creationId xmlns:a16="http://schemas.microsoft.com/office/drawing/2014/main" id="{E27A408C-6DE3-C54D-8FCE-2CDF1D073FBC}"/>
                </a:ext>
              </a:extLst>
            </p:cNvPr>
            <p:cNvCxnSpPr>
              <a:cxnSpLocks/>
              <a:endCxn id="32" idx="2"/>
            </p:cNvCxnSpPr>
            <p:nvPr/>
          </p:nvCxnSpPr>
          <p:spPr>
            <a:xfrm flipV="1">
              <a:off x="9578154" y="5402946"/>
              <a:ext cx="909190" cy="362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6" name="Group 35">
              <a:extLst>
                <a:ext uri="{FF2B5EF4-FFF2-40B4-BE49-F238E27FC236}">
                  <a16:creationId xmlns:a16="http://schemas.microsoft.com/office/drawing/2014/main" id="{3E154CEC-7930-7041-BD14-8ABEF1591277}"/>
                </a:ext>
              </a:extLst>
            </p:cNvPr>
            <p:cNvGrpSpPr/>
            <p:nvPr/>
          </p:nvGrpSpPr>
          <p:grpSpPr>
            <a:xfrm>
              <a:off x="3882918" y="2219874"/>
              <a:ext cx="1745191" cy="575216"/>
              <a:chOff x="3914775" y="993972"/>
              <a:chExt cx="1745191" cy="575216"/>
            </a:xfrm>
          </p:grpSpPr>
          <p:cxnSp>
            <p:nvCxnSpPr>
              <p:cNvPr id="37" name="Straight Connector 36">
                <a:extLst>
                  <a:ext uri="{FF2B5EF4-FFF2-40B4-BE49-F238E27FC236}">
                    <a16:creationId xmlns:a16="http://schemas.microsoft.com/office/drawing/2014/main" id="{6E952E7D-F0E5-C844-8920-A944E01A1480}"/>
                  </a:ext>
                </a:extLst>
              </p:cNvPr>
              <p:cNvCxnSpPr/>
              <p:nvPr/>
            </p:nvCxnSpPr>
            <p:spPr>
              <a:xfrm flipH="1" flipV="1">
                <a:off x="3929063" y="1569187"/>
                <a:ext cx="658389" cy="1"/>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2A1A2109-CED9-CC41-8473-67FF191B98B5}"/>
                  </a:ext>
                </a:extLst>
              </p:cNvPr>
              <p:cNvCxnSpPr/>
              <p:nvPr/>
            </p:nvCxnSpPr>
            <p:spPr>
              <a:xfrm flipV="1">
                <a:off x="3914775" y="1123837"/>
                <a:ext cx="0" cy="445350"/>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31D7B450-2CFA-4B47-92BC-3774479DFEC1}"/>
                  </a:ext>
                </a:extLst>
              </p:cNvPr>
              <p:cNvCxnSpPr/>
              <p:nvPr/>
            </p:nvCxnSpPr>
            <p:spPr>
              <a:xfrm flipV="1">
                <a:off x="3929063" y="993972"/>
                <a:ext cx="1730903" cy="1298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40" name="TextBox 39">
              <a:extLst>
                <a:ext uri="{FF2B5EF4-FFF2-40B4-BE49-F238E27FC236}">
                  <a16:creationId xmlns:a16="http://schemas.microsoft.com/office/drawing/2014/main" id="{921E2A8A-C978-D644-B5B5-5B83CF420A61}"/>
                </a:ext>
              </a:extLst>
            </p:cNvPr>
            <p:cNvSpPr txBox="1"/>
            <p:nvPr/>
          </p:nvSpPr>
          <p:spPr>
            <a:xfrm>
              <a:off x="3996314" y="2537304"/>
              <a:ext cx="518266" cy="307777"/>
            </a:xfrm>
            <a:prstGeom prst="rect">
              <a:avLst/>
            </a:prstGeom>
            <a:noFill/>
          </p:spPr>
          <p:txBody>
            <a:bodyPr wrap="square" rtlCol="0">
              <a:spAutoFit/>
            </a:bodyPr>
            <a:lstStyle/>
            <a:p>
              <a:r>
                <a:rPr lang="en-US" sz="1400"/>
                <a:t>no</a:t>
              </a:r>
            </a:p>
          </p:txBody>
        </p:sp>
        <p:sp>
          <p:nvSpPr>
            <p:cNvPr id="41" name="Rectangle 40">
              <a:extLst>
                <a:ext uri="{FF2B5EF4-FFF2-40B4-BE49-F238E27FC236}">
                  <a16:creationId xmlns:a16="http://schemas.microsoft.com/office/drawing/2014/main" id="{3D911AC2-450D-5145-A1F6-C224905AD541}"/>
                </a:ext>
              </a:extLst>
            </p:cNvPr>
            <p:cNvSpPr/>
            <p:nvPr/>
          </p:nvSpPr>
          <p:spPr>
            <a:xfrm>
              <a:off x="8182923" y="3672456"/>
              <a:ext cx="1700213" cy="83995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solidFill>
                    <a:sysClr val="windowText" lastClr="000000"/>
                  </a:solidFill>
                </a:rPr>
                <a:t>Can’t go for LI. Must pass PSM2 and complete 105 credit (refer to your PA)</a:t>
              </a:r>
            </a:p>
          </p:txBody>
        </p:sp>
        <p:grpSp>
          <p:nvGrpSpPr>
            <p:cNvPr id="43" name="Group 42">
              <a:extLst>
                <a:ext uri="{FF2B5EF4-FFF2-40B4-BE49-F238E27FC236}">
                  <a16:creationId xmlns:a16="http://schemas.microsoft.com/office/drawing/2014/main" id="{6DC6EC7D-AFAE-5249-B1F8-6B6B96A9C405}"/>
                </a:ext>
              </a:extLst>
            </p:cNvPr>
            <p:cNvGrpSpPr/>
            <p:nvPr/>
          </p:nvGrpSpPr>
          <p:grpSpPr>
            <a:xfrm>
              <a:off x="3897206" y="4849944"/>
              <a:ext cx="1745191" cy="575216"/>
              <a:chOff x="3914775" y="993972"/>
              <a:chExt cx="1745191" cy="575216"/>
            </a:xfrm>
          </p:grpSpPr>
          <p:cxnSp>
            <p:nvCxnSpPr>
              <p:cNvPr id="44" name="Straight Connector 43">
                <a:extLst>
                  <a:ext uri="{FF2B5EF4-FFF2-40B4-BE49-F238E27FC236}">
                    <a16:creationId xmlns:a16="http://schemas.microsoft.com/office/drawing/2014/main" id="{D6878E22-F9F8-3644-9AF4-4478CE610D29}"/>
                  </a:ext>
                </a:extLst>
              </p:cNvPr>
              <p:cNvCxnSpPr/>
              <p:nvPr/>
            </p:nvCxnSpPr>
            <p:spPr>
              <a:xfrm flipH="1" flipV="1">
                <a:off x="3929063" y="1569187"/>
                <a:ext cx="658389" cy="1"/>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79B283CC-4240-7D4D-960E-48835BBCFBC9}"/>
                  </a:ext>
                </a:extLst>
              </p:cNvPr>
              <p:cNvCxnSpPr/>
              <p:nvPr/>
            </p:nvCxnSpPr>
            <p:spPr>
              <a:xfrm flipV="1">
                <a:off x="3914775" y="1123837"/>
                <a:ext cx="0" cy="445350"/>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507F2CBF-2CC4-7143-A384-7325B01545CF}"/>
                  </a:ext>
                </a:extLst>
              </p:cNvPr>
              <p:cNvCxnSpPr/>
              <p:nvPr/>
            </p:nvCxnSpPr>
            <p:spPr>
              <a:xfrm flipV="1">
                <a:off x="3929063" y="993972"/>
                <a:ext cx="1730903" cy="1298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47" name="TextBox 46">
              <a:extLst>
                <a:ext uri="{FF2B5EF4-FFF2-40B4-BE49-F238E27FC236}">
                  <a16:creationId xmlns:a16="http://schemas.microsoft.com/office/drawing/2014/main" id="{06DD490B-0F3A-C14B-831B-39642FA934BE}"/>
                </a:ext>
              </a:extLst>
            </p:cNvPr>
            <p:cNvSpPr txBox="1"/>
            <p:nvPr/>
          </p:nvSpPr>
          <p:spPr>
            <a:xfrm>
              <a:off x="4010602" y="5166207"/>
              <a:ext cx="518266" cy="307777"/>
            </a:xfrm>
            <a:prstGeom prst="rect">
              <a:avLst/>
            </a:prstGeom>
            <a:noFill/>
          </p:spPr>
          <p:txBody>
            <a:bodyPr wrap="square" rtlCol="0">
              <a:spAutoFit/>
            </a:bodyPr>
            <a:lstStyle/>
            <a:p>
              <a:r>
                <a:rPr lang="en-US" sz="1400"/>
                <a:t>no</a:t>
              </a:r>
            </a:p>
          </p:txBody>
        </p:sp>
        <p:sp>
          <p:nvSpPr>
            <p:cNvPr id="48" name="TextBox 47">
              <a:extLst>
                <a:ext uri="{FF2B5EF4-FFF2-40B4-BE49-F238E27FC236}">
                  <a16:creationId xmlns:a16="http://schemas.microsoft.com/office/drawing/2014/main" id="{937AA935-7F38-F349-8B09-4506537B2282}"/>
                </a:ext>
              </a:extLst>
            </p:cNvPr>
            <p:cNvSpPr txBox="1"/>
            <p:nvPr/>
          </p:nvSpPr>
          <p:spPr>
            <a:xfrm>
              <a:off x="7445524" y="3860312"/>
              <a:ext cx="518266" cy="307777"/>
            </a:xfrm>
            <a:prstGeom prst="rect">
              <a:avLst/>
            </a:prstGeom>
            <a:noFill/>
          </p:spPr>
          <p:txBody>
            <a:bodyPr wrap="square" rtlCol="0">
              <a:spAutoFit/>
            </a:bodyPr>
            <a:lstStyle/>
            <a:p>
              <a:r>
                <a:rPr lang="en-US" sz="1400"/>
                <a:t>no</a:t>
              </a:r>
            </a:p>
          </p:txBody>
        </p:sp>
        <p:cxnSp>
          <p:nvCxnSpPr>
            <p:cNvPr id="49" name="Straight Arrow Connector 48">
              <a:extLst>
                <a:ext uri="{FF2B5EF4-FFF2-40B4-BE49-F238E27FC236}">
                  <a16:creationId xmlns:a16="http://schemas.microsoft.com/office/drawing/2014/main" id="{84921619-8BF7-2E47-BBFF-06E760748F20}"/>
                </a:ext>
              </a:extLst>
            </p:cNvPr>
            <p:cNvCxnSpPr/>
            <p:nvPr/>
          </p:nvCxnSpPr>
          <p:spPr>
            <a:xfrm>
              <a:off x="7036693" y="4105631"/>
              <a:ext cx="1131942" cy="204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E45D69F3-5632-0448-AEBB-A1E38BAC0E12}"/>
                </a:ext>
              </a:extLst>
            </p:cNvPr>
            <p:cNvCxnSpPr>
              <a:stCxn id="41" idx="3"/>
            </p:cNvCxnSpPr>
            <p:nvPr/>
          </p:nvCxnSpPr>
          <p:spPr>
            <a:xfrm>
              <a:off x="9883136" y="4092433"/>
              <a:ext cx="1047689" cy="0"/>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DFC4049D-170F-F54A-A093-500427CEB648}"/>
                </a:ext>
              </a:extLst>
            </p:cNvPr>
            <p:cNvCxnSpPr/>
            <p:nvPr/>
          </p:nvCxnSpPr>
          <p:spPr>
            <a:xfrm>
              <a:off x="10915650" y="4092432"/>
              <a:ext cx="0" cy="10286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 name="TextBox 2">
            <a:extLst>
              <a:ext uri="{FF2B5EF4-FFF2-40B4-BE49-F238E27FC236}">
                <a16:creationId xmlns:a16="http://schemas.microsoft.com/office/drawing/2014/main" id="{F91CC027-4A64-8244-AA99-457F39CEFEC7}"/>
              </a:ext>
            </a:extLst>
          </p:cNvPr>
          <p:cNvSpPr txBox="1"/>
          <p:nvPr/>
        </p:nvSpPr>
        <p:spPr>
          <a:xfrm>
            <a:off x="7445524" y="473187"/>
            <a:ext cx="3980614" cy="1384995"/>
          </a:xfrm>
          <a:prstGeom prst="rect">
            <a:avLst/>
          </a:prstGeom>
          <a:solidFill>
            <a:schemeClr val="bg2">
              <a:lumMod val="20000"/>
              <a:lumOff val="80000"/>
            </a:schemeClr>
          </a:solidFill>
        </p:spPr>
        <p:txBody>
          <a:bodyPr wrap="square" lIns="91440" tIns="45720" rIns="91440" bIns="45720" rtlCol="0" anchor="t">
            <a:spAutoFit/>
          </a:bodyPr>
          <a:lstStyle/>
          <a:p>
            <a:r>
              <a:rPr lang="en-US" sz="2800">
                <a:solidFill>
                  <a:srgbClr val="071BF5"/>
                </a:solidFill>
                <a:latin typeface="Calibri"/>
                <a:cs typeface="Calibri"/>
              </a:rPr>
              <a:t>Assuming that you are in the midst of applying LI placement.</a:t>
            </a:r>
          </a:p>
        </p:txBody>
      </p:sp>
      <p:sp>
        <p:nvSpPr>
          <p:cNvPr id="13" name="TextBox 12">
            <a:extLst>
              <a:ext uri="{FF2B5EF4-FFF2-40B4-BE49-F238E27FC236}">
                <a16:creationId xmlns:a16="http://schemas.microsoft.com/office/drawing/2014/main" id="{5590905F-3447-421F-8905-C9F8D26F2A1B}"/>
              </a:ext>
            </a:extLst>
          </p:cNvPr>
          <p:cNvSpPr txBox="1"/>
          <p:nvPr/>
        </p:nvSpPr>
        <p:spPr>
          <a:xfrm>
            <a:off x="4096349" y="6009975"/>
            <a:ext cx="669697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latin typeface="Calibri"/>
                <a:cs typeface="Calibri"/>
              </a:rPr>
              <a:t>*** For details, please refer to </a:t>
            </a:r>
            <a:br>
              <a:rPr lang="en-US" sz="2800" b="1" dirty="0">
                <a:latin typeface="Calibri"/>
                <a:cs typeface="Calibri"/>
              </a:rPr>
            </a:br>
            <a:r>
              <a:rPr lang="en-US" sz="2800" b="1" dirty="0">
                <a:latin typeface="Calibri"/>
                <a:cs typeface="Calibri"/>
              </a:rPr>
              <a:t>"LI Workflow (LI1-LI8) for Student" </a:t>
            </a:r>
          </a:p>
        </p:txBody>
      </p:sp>
      <p:sp>
        <p:nvSpPr>
          <p:cNvPr id="50" name="TextBox 49">
            <a:extLst>
              <a:ext uri="{FF2B5EF4-FFF2-40B4-BE49-F238E27FC236}">
                <a16:creationId xmlns:a16="http://schemas.microsoft.com/office/drawing/2014/main" id="{F91CC027-4A64-8244-AA99-457F39CEFEC7}"/>
              </a:ext>
            </a:extLst>
          </p:cNvPr>
          <p:cNvSpPr txBox="1"/>
          <p:nvPr/>
        </p:nvSpPr>
        <p:spPr>
          <a:xfrm>
            <a:off x="7445524" y="1928479"/>
            <a:ext cx="3980614" cy="1384995"/>
          </a:xfrm>
          <a:prstGeom prst="rect">
            <a:avLst/>
          </a:prstGeom>
          <a:solidFill>
            <a:schemeClr val="bg2">
              <a:lumMod val="20000"/>
              <a:lumOff val="80000"/>
            </a:schemeClr>
          </a:solidFill>
        </p:spPr>
        <p:txBody>
          <a:bodyPr wrap="square" lIns="91440" tIns="45720" rIns="91440" bIns="45720" rtlCol="0" anchor="t">
            <a:spAutoFit/>
          </a:bodyPr>
          <a:lstStyle/>
          <a:p>
            <a:r>
              <a:rPr lang="en-US" sz="2800" dirty="0">
                <a:solidFill>
                  <a:srgbClr val="FF0000"/>
                </a:solidFill>
                <a:latin typeface="Calibri"/>
                <a:cs typeface="Calibri"/>
              </a:rPr>
              <a:t>Confirm LI placement 2 weeks before LI start: 26/9/22</a:t>
            </a:r>
          </a:p>
        </p:txBody>
      </p:sp>
    </p:spTree>
    <p:extLst>
      <p:ext uri="{BB962C8B-B14F-4D97-AF65-F5344CB8AC3E}">
        <p14:creationId xmlns:p14="http://schemas.microsoft.com/office/powerpoint/2010/main" val="3347398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flipV="1">
            <a:off x="1564043" y="5097148"/>
            <a:ext cx="8269122" cy="34006"/>
          </a:xfrm>
          <a:prstGeom prst="line">
            <a:avLst/>
          </a:prstGeom>
          <a:ln w="762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 name="Line Callout 1 4"/>
          <p:cNvSpPr/>
          <p:nvPr/>
        </p:nvSpPr>
        <p:spPr>
          <a:xfrm>
            <a:off x="1867374" y="3306628"/>
            <a:ext cx="2162197" cy="928654"/>
          </a:xfrm>
          <a:prstGeom prst="borderCallout1">
            <a:avLst>
              <a:gd name="adj1" fmla="val 102931"/>
              <a:gd name="adj2" fmla="val 51209"/>
              <a:gd name="adj3" fmla="val 187076"/>
              <a:gd name="adj4" fmla="val 51743"/>
            </a:avLst>
          </a:prstGeom>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pPr algn="ctr"/>
            <a:r>
              <a:rPr lang="en-US" sz="1470" b="1" dirty="0">
                <a:solidFill>
                  <a:srgbClr val="000000"/>
                </a:solidFill>
                <a:latin typeface="Calibri"/>
                <a:cs typeface="Calibri"/>
              </a:rPr>
              <a:t>1st Visit </a:t>
            </a:r>
            <a:br>
              <a:rPr lang="en-US" sz="1470" b="1" dirty="0">
                <a:latin typeface="Calibri"/>
                <a:cs typeface="Calibri"/>
              </a:rPr>
            </a:br>
            <a:r>
              <a:rPr lang="en-US" sz="1470" b="1" dirty="0">
                <a:solidFill>
                  <a:srgbClr val="000000"/>
                </a:solidFill>
                <a:latin typeface="Calibri"/>
                <a:cs typeface="Calibri"/>
              </a:rPr>
              <a:t>(Online) &amp; Pre-Evaluation</a:t>
            </a:r>
            <a:endParaRPr lang="en-MY" sz="1470" b="1" dirty="0">
              <a:solidFill>
                <a:srgbClr val="000000"/>
              </a:solidFill>
              <a:latin typeface="Calibri"/>
              <a:cs typeface="Calibri"/>
            </a:endParaRPr>
          </a:p>
        </p:txBody>
      </p:sp>
      <p:sp>
        <p:nvSpPr>
          <p:cNvPr id="13" name="TextBox 12"/>
          <p:cNvSpPr txBox="1"/>
          <p:nvPr/>
        </p:nvSpPr>
        <p:spPr>
          <a:xfrm>
            <a:off x="2289638" y="5242307"/>
            <a:ext cx="1400321" cy="584775"/>
          </a:xfrm>
          <a:prstGeom prst="rect">
            <a:avLst/>
          </a:prstGeom>
          <a:noFill/>
        </p:spPr>
        <p:txBody>
          <a:bodyPr wrap="square" lIns="91440" tIns="45720" rIns="91440" bIns="45720" rtlCol="0" anchor="t">
            <a:spAutoFit/>
          </a:bodyPr>
          <a:lstStyle/>
          <a:p>
            <a:pPr algn="ctr"/>
            <a:r>
              <a:rPr lang="en-US" sz="1600" b="1" dirty="0">
                <a:solidFill>
                  <a:srgbClr val="071BF5"/>
                </a:solidFill>
                <a:latin typeface="Calibri"/>
                <a:cs typeface="Calibri"/>
              </a:rPr>
              <a:t>7 Nov – 2 Dec</a:t>
            </a:r>
            <a:br>
              <a:rPr lang="en-US" sz="1600" b="1" dirty="0">
                <a:solidFill>
                  <a:srgbClr val="071BF5"/>
                </a:solidFill>
                <a:latin typeface="Calibri"/>
                <a:cs typeface="Calibri"/>
              </a:rPr>
            </a:br>
            <a:r>
              <a:rPr lang="en-US" sz="1600" b="1" dirty="0">
                <a:solidFill>
                  <a:srgbClr val="071BF5"/>
                </a:solidFill>
                <a:latin typeface="Calibri"/>
                <a:cs typeface="Calibri"/>
              </a:rPr>
              <a:t>2022</a:t>
            </a:r>
            <a:endParaRPr lang="en-MY" sz="1600" b="1" dirty="0">
              <a:solidFill>
                <a:srgbClr val="071BF5"/>
              </a:solidFill>
              <a:latin typeface="Calibri"/>
              <a:cs typeface="Calibri"/>
            </a:endParaRPr>
          </a:p>
        </p:txBody>
      </p:sp>
      <p:sp>
        <p:nvSpPr>
          <p:cNvPr id="9" name="Line Callout 1 8"/>
          <p:cNvSpPr/>
          <p:nvPr/>
        </p:nvSpPr>
        <p:spPr>
          <a:xfrm>
            <a:off x="8509027" y="2566455"/>
            <a:ext cx="2129117" cy="1292037"/>
          </a:xfrm>
          <a:prstGeom prst="borderCallout1">
            <a:avLst>
              <a:gd name="adj1" fmla="val 102931"/>
              <a:gd name="adj2" fmla="val 51209"/>
              <a:gd name="adj3" fmla="val 187076"/>
              <a:gd name="adj4" fmla="val 51743"/>
            </a:avLst>
          </a:prstGeom>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pPr algn="ctr"/>
            <a:r>
              <a:rPr lang="en-US" sz="1600" b="1">
                <a:solidFill>
                  <a:srgbClr val="000000"/>
                </a:solidFill>
                <a:latin typeface="Calibri"/>
                <a:cs typeface="Calibri"/>
              </a:rPr>
              <a:t>Final LI Document Submission and Upload into </a:t>
            </a:r>
            <a:r>
              <a:rPr lang="en-US" sz="1600" b="1" err="1">
                <a:solidFill>
                  <a:srgbClr val="000000"/>
                </a:solidFill>
                <a:latin typeface="Calibri"/>
                <a:cs typeface="Calibri"/>
              </a:rPr>
              <a:t>UTeM</a:t>
            </a:r>
            <a:r>
              <a:rPr lang="en-US" sz="1600" b="1">
                <a:solidFill>
                  <a:srgbClr val="000000"/>
                </a:solidFill>
                <a:latin typeface="Calibri"/>
                <a:cs typeface="Calibri"/>
              </a:rPr>
              <a:t> LI System (SILI) / </a:t>
            </a:r>
            <a:r>
              <a:rPr lang="en-US" sz="1600" b="1" err="1">
                <a:solidFill>
                  <a:srgbClr val="000000"/>
                </a:solidFill>
                <a:latin typeface="Calibri"/>
                <a:cs typeface="Calibri"/>
              </a:rPr>
              <a:t>ULearn</a:t>
            </a:r>
            <a:r>
              <a:rPr lang="en-US" sz="1600" b="1">
                <a:solidFill>
                  <a:srgbClr val="000000"/>
                </a:solidFill>
                <a:latin typeface="Calibri"/>
                <a:cs typeface="Calibri"/>
              </a:rPr>
              <a:t> and Answer Surveys</a:t>
            </a:r>
            <a:endParaRPr lang="en-MY" sz="1600" b="1">
              <a:solidFill>
                <a:srgbClr val="000000"/>
              </a:solidFill>
              <a:latin typeface="Calibri" panose="020F0502020204030204" pitchFamily="34" charset="0"/>
              <a:cs typeface="Calibri" panose="020F0502020204030204" pitchFamily="34" charset="0"/>
            </a:endParaRPr>
          </a:p>
        </p:txBody>
      </p:sp>
      <p:sp>
        <p:nvSpPr>
          <p:cNvPr id="17" name="TextBox 16"/>
          <p:cNvSpPr txBox="1"/>
          <p:nvPr/>
        </p:nvSpPr>
        <p:spPr>
          <a:xfrm>
            <a:off x="9065526" y="5233127"/>
            <a:ext cx="1323827" cy="584775"/>
          </a:xfrm>
          <a:prstGeom prst="rect">
            <a:avLst/>
          </a:prstGeom>
          <a:noFill/>
        </p:spPr>
        <p:txBody>
          <a:bodyPr wrap="square" lIns="91440" tIns="45720" rIns="91440" bIns="45720" rtlCol="0" anchor="t">
            <a:spAutoFit/>
          </a:bodyPr>
          <a:lstStyle/>
          <a:p>
            <a:pPr algn="ctr"/>
            <a:r>
              <a:rPr lang="en-US" sz="1600" b="1" dirty="0">
                <a:solidFill>
                  <a:srgbClr val="071BF5"/>
                </a:solidFill>
                <a:latin typeface="Calibri"/>
                <a:cs typeface="Calibri"/>
              </a:rPr>
              <a:t>24 – 30 Mar 2023</a:t>
            </a:r>
            <a:endParaRPr lang="en-MY" sz="1600" b="1" dirty="0">
              <a:solidFill>
                <a:srgbClr val="071BF5"/>
              </a:solidFill>
              <a:latin typeface="Calibri"/>
              <a:cs typeface="Calibri"/>
            </a:endParaRPr>
          </a:p>
        </p:txBody>
      </p:sp>
      <p:sp>
        <p:nvSpPr>
          <p:cNvPr id="12" name="TextBox 11"/>
          <p:cNvSpPr txBox="1"/>
          <p:nvPr/>
        </p:nvSpPr>
        <p:spPr>
          <a:xfrm>
            <a:off x="912567" y="5244049"/>
            <a:ext cx="1277314" cy="338554"/>
          </a:xfrm>
          <a:prstGeom prst="rect">
            <a:avLst/>
          </a:prstGeom>
          <a:noFill/>
        </p:spPr>
        <p:txBody>
          <a:bodyPr wrap="square" lIns="91440" tIns="45720" rIns="91440" bIns="45720" rtlCol="0" anchor="t">
            <a:spAutoFit/>
          </a:bodyPr>
          <a:lstStyle/>
          <a:p>
            <a:pPr algn="ctr"/>
            <a:r>
              <a:rPr lang="en-US" sz="1600" b="1" dirty="0">
                <a:solidFill>
                  <a:srgbClr val="071BF5"/>
                </a:solidFill>
                <a:latin typeface="Calibri"/>
                <a:cs typeface="Calibri"/>
              </a:rPr>
              <a:t>11 Oct 2022</a:t>
            </a:r>
            <a:endParaRPr lang="en-MY" sz="1600" b="1" dirty="0">
              <a:solidFill>
                <a:srgbClr val="071BF5"/>
              </a:solidFill>
              <a:latin typeface="Calibri"/>
              <a:cs typeface="Calibri"/>
            </a:endParaRPr>
          </a:p>
        </p:txBody>
      </p:sp>
      <p:grpSp>
        <p:nvGrpSpPr>
          <p:cNvPr id="27" name="Group 26">
            <a:extLst>
              <a:ext uri="{FF2B5EF4-FFF2-40B4-BE49-F238E27FC236}">
                <a16:creationId xmlns:a16="http://schemas.microsoft.com/office/drawing/2014/main" id="{6F57D29C-880E-9D43-99EA-B7384168C6DF}"/>
              </a:ext>
            </a:extLst>
          </p:cNvPr>
          <p:cNvGrpSpPr/>
          <p:nvPr/>
        </p:nvGrpSpPr>
        <p:grpSpPr>
          <a:xfrm>
            <a:off x="1004293" y="1564062"/>
            <a:ext cx="1119499" cy="1358058"/>
            <a:chOff x="1004293" y="1564062"/>
            <a:chExt cx="1119499" cy="1358058"/>
          </a:xfrm>
        </p:grpSpPr>
        <p:sp>
          <p:nvSpPr>
            <p:cNvPr id="4" name="Line Callout 1 3"/>
            <p:cNvSpPr/>
            <p:nvPr/>
          </p:nvSpPr>
          <p:spPr>
            <a:xfrm>
              <a:off x="1004293" y="2332461"/>
              <a:ext cx="1119499" cy="589659"/>
            </a:xfrm>
            <a:prstGeom prst="borderCallout1">
              <a:avLst>
                <a:gd name="adj1" fmla="val 102931"/>
                <a:gd name="adj2" fmla="val 51209"/>
                <a:gd name="adj3" fmla="val 469685"/>
                <a:gd name="adj4" fmla="val 50216"/>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a:latin typeface="Calibri" panose="020F0502020204030204" pitchFamily="34" charset="0"/>
                  <a:cs typeface="Calibri" panose="020F0502020204030204" pitchFamily="34" charset="0"/>
                </a:rPr>
                <a:t>Start Internship</a:t>
              </a:r>
              <a:endParaRPr lang="en-MY" sz="1600">
                <a:latin typeface="Calibri" panose="020F0502020204030204" pitchFamily="34" charset="0"/>
                <a:cs typeface="Calibri" panose="020F0502020204030204" pitchFamily="34" charset="0"/>
              </a:endParaRPr>
            </a:p>
          </p:txBody>
        </p:sp>
        <p:pic>
          <p:nvPicPr>
            <p:cNvPr id="18" name="Picture 17"/>
            <p:cNvPicPr>
              <a:picLocks noChangeAspect="1"/>
            </p:cNvPicPr>
            <p:nvPr/>
          </p:nvPicPr>
          <p:blipFill>
            <a:blip r:embed="rId2"/>
            <a:stretch>
              <a:fillRect/>
            </a:stretch>
          </p:blipFill>
          <p:spPr>
            <a:xfrm>
              <a:off x="1235074" y="1564062"/>
              <a:ext cx="632300" cy="682884"/>
            </a:xfrm>
            <a:prstGeom prst="rect">
              <a:avLst/>
            </a:prstGeom>
          </p:spPr>
        </p:pic>
      </p:grpSp>
      <p:sp>
        <p:nvSpPr>
          <p:cNvPr id="24" name="TextBox 23"/>
          <p:cNvSpPr txBox="1"/>
          <p:nvPr/>
        </p:nvSpPr>
        <p:spPr>
          <a:xfrm>
            <a:off x="3178413" y="479601"/>
            <a:ext cx="5330614" cy="954107"/>
          </a:xfrm>
          <a:prstGeom prst="rect">
            <a:avLst/>
          </a:prstGeom>
          <a:noFill/>
        </p:spPr>
        <p:txBody>
          <a:bodyPr wrap="square" lIns="91440" tIns="45720" rIns="91440" bIns="45720" rtlCol="0" anchor="t">
            <a:spAutoFit/>
          </a:bodyPr>
          <a:lstStyle/>
          <a:p>
            <a:pPr algn="ctr"/>
            <a:r>
              <a:rPr lang="en-US" sz="3200" b="1" dirty="0"/>
              <a:t>Timeline</a:t>
            </a:r>
          </a:p>
          <a:p>
            <a:pPr algn="ctr"/>
            <a:r>
              <a:rPr lang="en-US" sz="2400" b="1" dirty="0" err="1"/>
              <a:t>Sem</a:t>
            </a:r>
            <a:r>
              <a:rPr lang="en-US" sz="2400" b="1" dirty="0"/>
              <a:t> 1 2022/2023</a:t>
            </a:r>
          </a:p>
        </p:txBody>
      </p:sp>
      <p:grpSp>
        <p:nvGrpSpPr>
          <p:cNvPr id="2" name="Group 1">
            <a:extLst>
              <a:ext uri="{FF2B5EF4-FFF2-40B4-BE49-F238E27FC236}">
                <a16:creationId xmlns:a16="http://schemas.microsoft.com/office/drawing/2014/main" id="{35C65CFD-7FD5-274C-BBDF-1BF1D144392F}"/>
              </a:ext>
            </a:extLst>
          </p:cNvPr>
          <p:cNvGrpSpPr/>
          <p:nvPr/>
        </p:nvGrpSpPr>
        <p:grpSpPr>
          <a:xfrm>
            <a:off x="6619760" y="1638383"/>
            <a:ext cx="1489020" cy="1470429"/>
            <a:chOff x="7264660" y="1596970"/>
            <a:chExt cx="1489020" cy="1470429"/>
          </a:xfrm>
        </p:grpSpPr>
        <p:sp>
          <p:nvSpPr>
            <p:cNvPr id="8" name="Line Callout 1 7"/>
            <p:cNvSpPr/>
            <p:nvPr/>
          </p:nvSpPr>
          <p:spPr>
            <a:xfrm>
              <a:off x="7449422" y="2381865"/>
              <a:ext cx="1119499" cy="685534"/>
            </a:xfrm>
            <a:prstGeom prst="borderCallout1">
              <a:avLst>
                <a:gd name="adj1" fmla="val 102931"/>
                <a:gd name="adj2" fmla="val 51209"/>
                <a:gd name="adj3" fmla="val 375448"/>
                <a:gd name="adj4" fmla="val 51743"/>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a:latin typeface="Calibri" panose="020F0502020204030204" pitchFamily="34" charset="0"/>
                  <a:cs typeface="Calibri" panose="020F0502020204030204" pitchFamily="34" charset="0"/>
                </a:rPr>
                <a:t>End Internship</a:t>
              </a:r>
              <a:endParaRPr lang="en-MY" sz="1600">
                <a:latin typeface="Calibri" panose="020F0502020204030204" pitchFamily="34" charset="0"/>
                <a:cs typeface="Calibri" panose="020F0502020204030204" pitchFamily="34" charset="0"/>
              </a:endParaRPr>
            </a:p>
          </p:txBody>
        </p:sp>
        <p:pic>
          <p:nvPicPr>
            <p:cNvPr id="22" name="Picture 21"/>
            <p:cNvPicPr>
              <a:picLocks noChangeAspect="1"/>
            </p:cNvPicPr>
            <p:nvPr/>
          </p:nvPicPr>
          <p:blipFill>
            <a:blip r:embed="rId3"/>
            <a:stretch>
              <a:fillRect/>
            </a:stretch>
          </p:blipFill>
          <p:spPr>
            <a:xfrm>
              <a:off x="7264660" y="1596970"/>
              <a:ext cx="1489020" cy="673682"/>
            </a:xfrm>
            <a:prstGeom prst="rect">
              <a:avLst/>
            </a:prstGeom>
          </p:spPr>
        </p:pic>
      </p:grpSp>
      <p:sp>
        <p:nvSpPr>
          <p:cNvPr id="20" name="TextBox 19"/>
          <p:cNvSpPr txBox="1"/>
          <p:nvPr/>
        </p:nvSpPr>
        <p:spPr>
          <a:xfrm>
            <a:off x="6678801" y="5236344"/>
            <a:ext cx="1388874" cy="338554"/>
          </a:xfrm>
          <a:prstGeom prst="rect">
            <a:avLst/>
          </a:prstGeom>
          <a:noFill/>
        </p:spPr>
        <p:txBody>
          <a:bodyPr wrap="square" lIns="91440" tIns="45720" rIns="91440" bIns="45720" rtlCol="0" anchor="t">
            <a:spAutoFit/>
          </a:bodyPr>
          <a:lstStyle/>
          <a:p>
            <a:pPr algn="ctr"/>
            <a:r>
              <a:rPr lang="en-US" sz="1600" b="1" dirty="0">
                <a:solidFill>
                  <a:srgbClr val="071BF5"/>
                </a:solidFill>
                <a:latin typeface="Calibri"/>
                <a:cs typeface="Calibri"/>
              </a:rPr>
              <a:t> 24 Mar 2023</a:t>
            </a:r>
            <a:endParaRPr lang="en-MY" sz="1600" b="1" dirty="0">
              <a:solidFill>
                <a:srgbClr val="071BF5"/>
              </a:solidFill>
              <a:latin typeface="Calibri"/>
              <a:cs typeface="Calibri"/>
            </a:endParaRPr>
          </a:p>
        </p:txBody>
      </p:sp>
      <p:grpSp>
        <p:nvGrpSpPr>
          <p:cNvPr id="10" name="Group 9">
            <a:extLst>
              <a:ext uri="{FF2B5EF4-FFF2-40B4-BE49-F238E27FC236}">
                <a16:creationId xmlns:a16="http://schemas.microsoft.com/office/drawing/2014/main" id="{EF052C5F-30C9-674F-9D4F-4373897D0F6A}"/>
              </a:ext>
            </a:extLst>
          </p:cNvPr>
          <p:cNvGrpSpPr/>
          <p:nvPr/>
        </p:nvGrpSpPr>
        <p:grpSpPr>
          <a:xfrm>
            <a:off x="4351852" y="2486593"/>
            <a:ext cx="1660510" cy="1919547"/>
            <a:chOff x="4123252" y="2520592"/>
            <a:chExt cx="1614607" cy="1914256"/>
          </a:xfrm>
        </p:grpSpPr>
        <p:sp>
          <p:nvSpPr>
            <p:cNvPr id="6" name="Line Callout 1 5"/>
            <p:cNvSpPr/>
            <p:nvPr/>
          </p:nvSpPr>
          <p:spPr>
            <a:xfrm>
              <a:off x="4123252" y="3682819"/>
              <a:ext cx="1614607" cy="752029"/>
            </a:xfrm>
            <a:prstGeom prst="borderCallout1">
              <a:avLst>
                <a:gd name="adj1" fmla="val 102931"/>
                <a:gd name="adj2" fmla="val 51209"/>
                <a:gd name="adj3" fmla="val 187076"/>
                <a:gd name="adj4" fmla="val 51743"/>
              </a:avLst>
            </a:prstGeom>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pPr algn="ctr"/>
              <a:r>
                <a:rPr lang="en-US" sz="1600" b="1" dirty="0">
                  <a:solidFill>
                    <a:srgbClr val="000000"/>
                  </a:solidFill>
                  <a:latin typeface="Calibri"/>
                  <a:cs typeface="Calibri"/>
                </a:rPr>
                <a:t>2nd Visit </a:t>
              </a:r>
              <a:br>
                <a:rPr lang="en-US" sz="1600" b="1" dirty="0">
                  <a:latin typeface="Calibri"/>
                  <a:cs typeface="Calibri"/>
                </a:rPr>
              </a:br>
              <a:r>
                <a:rPr lang="en-US" sz="1600" b="1" dirty="0">
                  <a:solidFill>
                    <a:srgbClr val="000000"/>
                  </a:solidFill>
                  <a:latin typeface="Calibri"/>
                  <a:cs typeface="Calibri"/>
                </a:rPr>
                <a:t>(Physical/F2F)</a:t>
              </a:r>
              <a:endParaRPr lang="en-MY" sz="1600" b="1" dirty="0">
                <a:solidFill>
                  <a:srgbClr val="000000"/>
                </a:solidFill>
                <a:latin typeface="Calibri"/>
                <a:cs typeface="Calibri"/>
              </a:endParaRPr>
            </a:p>
          </p:txBody>
        </p:sp>
        <p:pic>
          <p:nvPicPr>
            <p:cNvPr id="19" name="Picture 18"/>
            <p:cNvPicPr>
              <a:picLocks noChangeAspect="1"/>
            </p:cNvPicPr>
            <p:nvPr/>
          </p:nvPicPr>
          <p:blipFill>
            <a:blip r:embed="rId4"/>
            <a:stretch>
              <a:fillRect/>
            </a:stretch>
          </p:blipFill>
          <p:spPr>
            <a:xfrm>
              <a:off x="4411349" y="2520592"/>
              <a:ext cx="983033" cy="1162227"/>
            </a:xfrm>
            <a:prstGeom prst="rect">
              <a:avLst/>
            </a:prstGeom>
          </p:spPr>
        </p:pic>
      </p:grpSp>
      <p:sp>
        <p:nvSpPr>
          <p:cNvPr id="25" name="TextBox 24"/>
          <p:cNvSpPr txBox="1"/>
          <p:nvPr/>
        </p:nvSpPr>
        <p:spPr>
          <a:xfrm>
            <a:off x="4417943" y="5230967"/>
            <a:ext cx="1594419" cy="586391"/>
          </a:xfrm>
          <a:prstGeom prst="rect">
            <a:avLst/>
          </a:prstGeom>
          <a:noFill/>
        </p:spPr>
        <p:txBody>
          <a:bodyPr wrap="square" lIns="91440" tIns="45720" rIns="91440" bIns="45720" rtlCol="0" anchor="t">
            <a:spAutoFit/>
          </a:bodyPr>
          <a:lstStyle/>
          <a:p>
            <a:pPr algn="ctr"/>
            <a:r>
              <a:rPr lang="en-US" sz="1600" b="1" dirty="0">
                <a:solidFill>
                  <a:srgbClr val="071BF5"/>
                </a:solidFill>
                <a:latin typeface="Calibri"/>
                <a:cs typeface="Calibri"/>
              </a:rPr>
              <a:t>20 Feb – 17 Mar 2023</a:t>
            </a:r>
            <a:endParaRPr lang="en-MY" sz="1600" b="1" dirty="0">
              <a:solidFill>
                <a:srgbClr val="071BF5"/>
              </a:solidFill>
              <a:latin typeface="Calibri"/>
              <a:cs typeface="Calibri"/>
            </a:endParaRPr>
          </a:p>
        </p:txBody>
      </p:sp>
    </p:spTree>
    <p:extLst>
      <p:ext uri="{BB962C8B-B14F-4D97-AF65-F5344CB8AC3E}">
        <p14:creationId xmlns:p14="http://schemas.microsoft.com/office/powerpoint/2010/main" val="2955982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MY">
                <a:latin typeface="Arial Rounded MT Bold"/>
              </a:rPr>
              <a:t>Timeline</a:t>
            </a:r>
          </a:p>
        </p:txBody>
      </p:sp>
      <p:graphicFrame>
        <p:nvGraphicFramePr>
          <p:cNvPr id="4" name="Content Placeholder 3"/>
          <p:cNvGraphicFramePr>
            <a:graphicFrameLocks/>
          </p:cNvGraphicFramePr>
          <p:nvPr>
            <p:extLst>
              <p:ext uri="{D42A27DB-BD31-4B8C-83A1-F6EECF244321}">
                <p14:modId xmlns:p14="http://schemas.microsoft.com/office/powerpoint/2010/main" val="998728397"/>
              </p:ext>
            </p:extLst>
          </p:nvPr>
        </p:nvGraphicFramePr>
        <p:xfrm>
          <a:off x="3532590" y="753075"/>
          <a:ext cx="8450792" cy="5701576"/>
        </p:xfrm>
        <a:graphic>
          <a:graphicData uri="http://schemas.openxmlformats.org/drawingml/2006/table">
            <a:tbl>
              <a:tblPr firstRow="1" bandRow="1">
                <a:tableStyleId>{BC89EF96-8CEA-46FF-86C4-4CE0E7609802}</a:tableStyleId>
              </a:tblPr>
              <a:tblGrid>
                <a:gridCol w="2236527">
                  <a:extLst>
                    <a:ext uri="{9D8B030D-6E8A-4147-A177-3AD203B41FA5}">
                      <a16:colId xmlns:a16="http://schemas.microsoft.com/office/drawing/2014/main" val="1535204371"/>
                    </a:ext>
                  </a:extLst>
                </a:gridCol>
                <a:gridCol w="6214265">
                  <a:extLst>
                    <a:ext uri="{9D8B030D-6E8A-4147-A177-3AD203B41FA5}">
                      <a16:colId xmlns:a16="http://schemas.microsoft.com/office/drawing/2014/main" val="2724359928"/>
                    </a:ext>
                  </a:extLst>
                </a:gridCol>
              </a:tblGrid>
              <a:tr h="445760">
                <a:tc>
                  <a:txBody>
                    <a:bodyPr/>
                    <a:lstStyle/>
                    <a:p>
                      <a:pPr algn="ctr"/>
                      <a:r>
                        <a:rPr lang="en-US" sz="1800">
                          <a:latin typeface="Calibri"/>
                        </a:rPr>
                        <a:t>Important Date</a:t>
                      </a:r>
                      <a:endParaRPr lang="en-MY" sz="1800">
                        <a:latin typeface="Calibri"/>
                      </a:endParaRPr>
                    </a:p>
                  </a:txBody>
                  <a:tcPr/>
                </a:tc>
                <a:tc>
                  <a:txBody>
                    <a:bodyPr/>
                    <a:lstStyle/>
                    <a:p>
                      <a:pPr algn="ctr"/>
                      <a:r>
                        <a:rPr lang="en-US" sz="1800">
                          <a:latin typeface="Calibri"/>
                        </a:rPr>
                        <a:t>Activities</a:t>
                      </a:r>
                      <a:endParaRPr lang="en-MY" sz="1800">
                        <a:latin typeface="Calibri"/>
                      </a:endParaRPr>
                    </a:p>
                  </a:txBody>
                  <a:tcPr/>
                </a:tc>
                <a:extLst>
                  <a:ext uri="{0D108BD9-81ED-4DB2-BD59-A6C34878D82A}">
                    <a16:rowId xmlns:a16="http://schemas.microsoft.com/office/drawing/2014/main" val="1721724290"/>
                  </a:ext>
                </a:extLst>
              </a:tr>
              <a:tr h="531264">
                <a:tc>
                  <a:txBody>
                    <a:bodyPr/>
                    <a:lstStyle/>
                    <a:p>
                      <a:pPr lvl="0" algn="ctr">
                        <a:buNone/>
                      </a:pPr>
                      <a:r>
                        <a:rPr lang="en-US" sz="1800" b="1" kern="1200" noProof="0" dirty="0">
                          <a:solidFill>
                            <a:schemeClr val="tx1"/>
                          </a:solidFill>
                          <a:latin typeface="Calibri"/>
                          <a:ea typeface="+mn-ea"/>
                          <a:cs typeface="+mn-cs"/>
                        </a:rPr>
                        <a:t>11 Oct 2022</a:t>
                      </a:r>
                    </a:p>
                  </a:txBody>
                  <a:tcPr anchor="ctr"/>
                </a:tc>
                <a:tc>
                  <a:txBody>
                    <a:bodyPr/>
                    <a:lstStyle/>
                    <a:p>
                      <a:r>
                        <a:rPr lang="en-US" sz="1800">
                          <a:latin typeface="Calibri"/>
                        </a:rPr>
                        <a:t>Report duty</a:t>
                      </a:r>
                      <a:endParaRPr lang="en-MY" sz="1800">
                        <a:latin typeface="Calibri"/>
                      </a:endParaRPr>
                    </a:p>
                  </a:txBody>
                  <a:tcPr anchor="ctr"/>
                </a:tc>
                <a:extLst>
                  <a:ext uri="{0D108BD9-81ED-4DB2-BD59-A6C34878D82A}">
                    <a16:rowId xmlns:a16="http://schemas.microsoft.com/office/drawing/2014/main" val="3178789848"/>
                  </a:ext>
                </a:extLst>
              </a:tr>
              <a:tr h="724322">
                <a:tc rowSpan="2">
                  <a:txBody>
                    <a:bodyPr/>
                    <a:lstStyle/>
                    <a:p>
                      <a:pPr marL="0" marR="0" lvl="0" indent="0" algn="ctr">
                        <a:lnSpc>
                          <a:spcPct val="100000"/>
                        </a:lnSpc>
                        <a:spcBef>
                          <a:spcPts val="0"/>
                        </a:spcBef>
                        <a:spcAft>
                          <a:spcPts val="0"/>
                        </a:spcAft>
                        <a:buNone/>
                      </a:pPr>
                      <a:r>
                        <a:rPr lang="en-US" sz="1800" b="1" kern="1200" noProof="0" dirty="0">
                          <a:solidFill>
                            <a:schemeClr val="tx1"/>
                          </a:solidFill>
                          <a:latin typeface="Calibri"/>
                          <a:ea typeface="+mn-ea"/>
                          <a:cs typeface="+mn-cs"/>
                        </a:rPr>
                        <a:t>7 Nov – 2 Dec 2022</a:t>
                      </a:r>
                    </a:p>
                  </a:txBody>
                  <a:tcPr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1800" dirty="0">
                          <a:latin typeface="Calibri"/>
                        </a:rPr>
                        <a:t>1</a:t>
                      </a:r>
                      <a:r>
                        <a:rPr lang="en-US" sz="1800" baseline="30000" dirty="0">
                          <a:latin typeface="Calibri"/>
                        </a:rPr>
                        <a:t>st</a:t>
                      </a:r>
                      <a:r>
                        <a:rPr lang="en-US" sz="1800" dirty="0">
                          <a:latin typeface="Calibri"/>
                        </a:rPr>
                        <a:t> LI Visit (thru phone</a:t>
                      </a:r>
                      <a:r>
                        <a:rPr lang="en-US" sz="1800" baseline="0" dirty="0">
                          <a:latin typeface="Calibri"/>
                        </a:rPr>
                        <a:t>/email /skype) – Faculty SV will contact students and do </a:t>
                      </a:r>
                      <a:r>
                        <a:rPr lang="en-US" sz="1800" dirty="0">
                          <a:latin typeface="Calibri"/>
                        </a:rPr>
                        <a:t>Pre-Evaluation </a:t>
                      </a:r>
                    </a:p>
                  </a:txBody>
                  <a:tcPr anchor="ctr"/>
                </a:tc>
                <a:extLst>
                  <a:ext uri="{0D108BD9-81ED-4DB2-BD59-A6C34878D82A}">
                    <a16:rowId xmlns:a16="http://schemas.microsoft.com/office/drawing/2014/main" val="3642783904"/>
                  </a:ext>
                </a:extLst>
              </a:tr>
              <a:tr h="641524">
                <a:tc vMerge="1">
                  <a:txBody>
                    <a:bodyPr/>
                    <a:lstStyle/>
                    <a:p>
                      <a:pPr algn="l"/>
                      <a:endParaRPr lang="en-MY" sz="2000">
                        <a:solidFill>
                          <a:schemeClr val="tx1"/>
                        </a:solidFill>
                        <a:latin typeface="Calibri" panose="020F0502020204030204" pitchFamily="34" charset="0"/>
                        <a:cs typeface="Calibri" panose="020F0502020204030204" pitchFamily="34" charset="0"/>
                      </a:endParaRPr>
                    </a:p>
                  </a:txBody>
                  <a:tcPr marL="0" marR="0" marT="0" marB="0" horzOverflow="overflow"/>
                </a:tc>
                <a:tc>
                  <a:txBody>
                    <a:bodyPr/>
                    <a:lstStyle/>
                    <a:p>
                      <a:r>
                        <a:rPr lang="en-US" sz="1800">
                          <a:latin typeface="Calibri"/>
                        </a:rPr>
                        <a:t>Faculty SV fill in the </a:t>
                      </a:r>
                      <a:r>
                        <a:rPr lang="en-US" sz="1800">
                          <a:solidFill>
                            <a:srgbClr val="0033CC"/>
                          </a:solidFill>
                          <a:latin typeface="Calibri"/>
                        </a:rPr>
                        <a:t>Pre-Evaluation report (</a:t>
                      </a:r>
                      <a:r>
                        <a:rPr lang="en-US" sz="1800" b="1">
                          <a:solidFill>
                            <a:srgbClr val="0033CC"/>
                          </a:solidFill>
                          <a:latin typeface="Calibri"/>
                        </a:rPr>
                        <a:t>NOT</a:t>
                      </a:r>
                      <a:r>
                        <a:rPr lang="en-US" sz="1800">
                          <a:solidFill>
                            <a:srgbClr val="0033CC"/>
                          </a:solidFill>
                          <a:latin typeface="Calibri"/>
                        </a:rPr>
                        <a:t> the student)</a:t>
                      </a:r>
                      <a:r>
                        <a:rPr lang="en-US" sz="1800" baseline="0">
                          <a:solidFill>
                            <a:srgbClr val="0033CC"/>
                          </a:solidFill>
                          <a:latin typeface="Calibri"/>
                        </a:rPr>
                        <a:t>. </a:t>
                      </a:r>
                      <a:r>
                        <a:rPr lang="en-US" sz="1800" baseline="0">
                          <a:latin typeface="Calibri"/>
                        </a:rPr>
                        <a:t>Students upload e-log book by weekly into SILI.</a:t>
                      </a:r>
                      <a:endParaRPr lang="en-MY" sz="1800">
                        <a:latin typeface="Calibri"/>
                      </a:endParaRPr>
                    </a:p>
                  </a:txBody>
                  <a:tcPr anchor="ctr"/>
                </a:tc>
                <a:extLst>
                  <a:ext uri="{0D108BD9-81ED-4DB2-BD59-A6C34878D82A}">
                    <a16:rowId xmlns:a16="http://schemas.microsoft.com/office/drawing/2014/main" val="1580694294"/>
                  </a:ext>
                </a:extLst>
              </a:tr>
              <a:tr h="531264">
                <a:tc rowSpan="2">
                  <a:txBody>
                    <a:bodyPr/>
                    <a:lstStyle/>
                    <a:p>
                      <a:pPr lvl="0" algn="ctr">
                        <a:lnSpc>
                          <a:spcPct val="100000"/>
                        </a:lnSpc>
                        <a:spcBef>
                          <a:spcPts val="0"/>
                        </a:spcBef>
                        <a:spcAft>
                          <a:spcPts val="0"/>
                        </a:spcAft>
                        <a:buNone/>
                      </a:pPr>
                      <a:r>
                        <a:rPr lang="en-US" sz="1800" b="1" kern="1200" noProof="0" dirty="0">
                          <a:solidFill>
                            <a:schemeClr val="tx1"/>
                          </a:solidFill>
                          <a:latin typeface="Calibri"/>
                          <a:ea typeface="+mn-ea"/>
                          <a:cs typeface="+mn-cs"/>
                        </a:rPr>
                        <a:t>20 Feb – 17 Mar 2023</a:t>
                      </a:r>
                    </a:p>
                  </a:txBody>
                  <a:tcPr anchor="ctr"/>
                </a:tc>
                <a:tc>
                  <a:txBody>
                    <a:bodyPr/>
                    <a:lstStyle/>
                    <a:p>
                      <a:r>
                        <a:rPr lang="en-US" sz="1800" dirty="0">
                          <a:latin typeface="Calibri"/>
                        </a:rPr>
                        <a:t>2</a:t>
                      </a:r>
                      <a:r>
                        <a:rPr lang="en-US" sz="1800" baseline="30000" dirty="0">
                          <a:latin typeface="Calibri"/>
                        </a:rPr>
                        <a:t>nd</a:t>
                      </a:r>
                      <a:r>
                        <a:rPr lang="en-US" sz="1800" dirty="0">
                          <a:latin typeface="Calibri"/>
                        </a:rPr>
                        <a:t> LI Visit (physical/f2f)</a:t>
                      </a:r>
                      <a:endParaRPr lang="en-MY" sz="1800" dirty="0">
                        <a:latin typeface="Calibri"/>
                      </a:endParaRPr>
                    </a:p>
                  </a:txBody>
                  <a:tcPr anchor="ctr"/>
                </a:tc>
                <a:extLst>
                  <a:ext uri="{0D108BD9-81ED-4DB2-BD59-A6C34878D82A}">
                    <a16:rowId xmlns:a16="http://schemas.microsoft.com/office/drawing/2014/main" val="3184401837"/>
                  </a:ext>
                </a:extLst>
              </a:tr>
              <a:tr h="531264">
                <a:tc vMerge="1">
                  <a:txBody>
                    <a:bodyPr/>
                    <a:lstStyle/>
                    <a:p>
                      <a:pPr algn="l"/>
                      <a:endParaRPr lang="en-MY" sz="2000" b="1">
                        <a:solidFill>
                          <a:srgbClr val="FF0000"/>
                        </a:solidFill>
                        <a:latin typeface="Calibri" panose="020F0502020204030204" pitchFamily="34" charset="0"/>
                        <a:cs typeface="Calibri" panose="020F0502020204030204" pitchFamily="34" charset="0"/>
                      </a:endParaRPr>
                    </a:p>
                  </a:txBody>
                  <a:tcPr marL="0" marR="0" marT="0" marB="0" horzOverflow="overflow"/>
                </a:tc>
                <a:tc>
                  <a:txBody>
                    <a:bodyPr/>
                    <a:lstStyle/>
                    <a:p>
                      <a:r>
                        <a:rPr lang="en-MY" sz="1800" b="1" kern="1200" dirty="0">
                          <a:solidFill>
                            <a:srgbClr val="0033CC"/>
                          </a:solidFill>
                          <a:latin typeface="Calibri"/>
                        </a:rPr>
                        <a:t>Presentation</a:t>
                      </a:r>
                      <a:r>
                        <a:rPr lang="en-MY" sz="1800" kern="1200" dirty="0">
                          <a:latin typeface="Calibri"/>
                        </a:rPr>
                        <a:t> will be done during the 2nd visit. Faculty SV will check the draft of LI report.</a:t>
                      </a:r>
                    </a:p>
                  </a:txBody>
                  <a:tcPr anchor="ctr"/>
                </a:tc>
                <a:extLst>
                  <a:ext uri="{0D108BD9-81ED-4DB2-BD59-A6C34878D82A}">
                    <a16:rowId xmlns:a16="http://schemas.microsoft.com/office/drawing/2014/main" val="3619683654"/>
                  </a:ext>
                </a:extLst>
              </a:tr>
              <a:tr h="724322">
                <a:tc>
                  <a:txBody>
                    <a:bodyPr/>
                    <a:lstStyle/>
                    <a:p>
                      <a:pPr lvl="0" algn="ctr">
                        <a:lnSpc>
                          <a:spcPct val="100000"/>
                        </a:lnSpc>
                        <a:spcBef>
                          <a:spcPts val="0"/>
                        </a:spcBef>
                        <a:spcAft>
                          <a:spcPts val="0"/>
                        </a:spcAft>
                        <a:buNone/>
                      </a:pPr>
                      <a:r>
                        <a:rPr lang="en-US" sz="1800" b="1" kern="1200" noProof="0" dirty="0">
                          <a:solidFill>
                            <a:schemeClr val="tx1"/>
                          </a:solidFill>
                          <a:latin typeface="Calibri"/>
                          <a:ea typeface="+mn-ea"/>
                          <a:cs typeface="+mn-cs"/>
                        </a:rPr>
                        <a:t>24 Mar  2023</a:t>
                      </a:r>
                    </a:p>
                  </a:txBody>
                  <a:tcPr anchor="ctr"/>
                </a:tc>
                <a:tc>
                  <a:txBody>
                    <a:bodyPr/>
                    <a:lstStyle/>
                    <a:p>
                      <a:r>
                        <a:rPr lang="en-US" sz="1800" kern="1200">
                          <a:latin typeface="Calibri"/>
                        </a:rPr>
                        <a:t>End of LI</a:t>
                      </a:r>
                    </a:p>
                  </a:txBody>
                  <a:tcPr anchor="ctr"/>
                </a:tc>
                <a:extLst>
                  <a:ext uri="{0D108BD9-81ED-4DB2-BD59-A6C34878D82A}">
                    <a16:rowId xmlns:a16="http://schemas.microsoft.com/office/drawing/2014/main" val="3377199503"/>
                  </a:ext>
                </a:extLst>
              </a:tr>
              <a:tr h="1039245">
                <a:tc>
                  <a:txBody>
                    <a:bodyPr/>
                    <a:lstStyle/>
                    <a:p>
                      <a:pPr marL="0" marR="0" lvl="0" indent="0" algn="ctr">
                        <a:lnSpc>
                          <a:spcPct val="100000"/>
                        </a:lnSpc>
                        <a:spcBef>
                          <a:spcPts val="0"/>
                        </a:spcBef>
                        <a:spcAft>
                          <a:spcPts val="0"/>
                        </a:spcAft>
                        <a:buNone/>
                      </a:pPr>
                      <a:r>
                        <a:rPr lang="en-US" sz="1800" b="1" kern="1200" noProof="0" dirty="0">
                          <a:solidFill>
                            <a:schemeClr val="tx1"/>
                          </a:solidFill>
                          <a:latin typeface="Calibri"/>
                          <a:ea typeface="+mn-ea"/>
                          <a:cs typeface="+mn-cs"/>
                        </a:rPr>
                        <a:t>24 – 30 Mar 2023</a:t>
                      </a:r>
                    </a:p>
                  </a:txBody>
                  <a:tcPr anchor="ctr"/>
                </a:tc>
                <a:tc>
                  <a:txBody>
                    <a:bodyPr/>
                    <a:lstStyle/>
                    <a:p>
                      <a:pPr marL="457200" marR="0" indent="-457200" algn="l" rtl="0" eaLnBrk="1" fontAlgn="auto" latinLnBrk="0" hangingPunct="1">
                        <a:lnSpc>
                          <a:spcPct val="100000"/>
                        </a:lnSpc>
                        <a:spcBef>
                          <a:spcPts val="0"/>
                        </a:spcBef>
                        <a:spcAft>
                          <a:spcPts val="0"/>
                        </a:spcAft>
                        <a:buClrTx/>
                        <a:buSzTx/>
                        <a:buFont typeface="+mj-lt"/>
                        <a:buAutoNum type="arabicPeriod"/>
                      </a:pPr>
                      <a:r>
                        <a:rPr lang="en-US" sz="1800" b="1" dirty="0">
                          <a:solidFill>
                            <a:srgbClr val="0033CC"/>
                          </a:solidFill>
                          <a:latin typeface="Calibri"/>
                        </a:rPr>
                        <a:t>Upload Final Report (consist of  </a:t>
                      </a:r>
                      <a:r>
                        <a:rPr lang="en-US" sz="1800" b="1" baseline="0" dirty="0">
                          <a:solidFill>
                            <a:srgbClr val="0033CC"/>
                          </a:solidFill>
                          <a:latin typeface="Calibri"/>
                        </a:rPr>
                        <a:t>‘</a:t>
                      </a:r>
                      <a:r>
                        <a:rPr lang="en-US" sz="1800" b="1" i="1" baseline="0" dirty="0" err="1">
                          <a:solidFill>
                            <a:srgbClr val="0033CC"/>
                          </a:solidFill>
                          <a:latin typeface="Calibri"/>
                        </a:rPr>
                        <a:t>Akuan</a:t>
                      </a:r>
                      <a:r>
                        <a:rPr lang="en-US" sz="1800" b="1" i="1" baseline="0" dirty="0">
                          <a:solidFill>
                            <a:srgbClr val="0033CC"/>
                          </a:solidFill>
                          <a:latin typeface="Calibri"/>
                        </a:rPr>
                        <a:t> </a:t>
                      </a:r>
                      <a:r>
                        <a:rPr lang="en-US" sz="1800" b="1" i="1" baseline="0" dirty="0" err="1">
                          <a:solidFill>
                            <a:srgbClr val="0033CC"/>
                          </a:solidFill>
                          <a:latin typeface="Calibri"/>
                        </a:rPr>
                        <a:t>Tamat</a:t>
                      </a:r>
                      <a:r>
                        <a:rPr lang="en-US" sz="1800" b="1" i="1" baseline="0" dirty="0">
                          <a:solidFill>
                            <a:srgbClr val="0033CC"/>
                          </a:solidFill>
                          <a:latin typeface="Calibri"/>
                        </a:rPr>
                        <a:t> LI</a:t>
                      </a:r>
                      <a:r>
                        <a:rPr lang="en-US" sz="1800" b="1" baseline="0" dirty="0">
                          <a:solidFill>
                            <a:srgbClr val="0033CC"/>
                          </a:solidFill>
                          <a:latin typeface="Calibri"/>
                        </a:rPr>
                        <a:t>’ form and Item Verification Checklist).</a:t>
                      </a:r>
                      <a:endParaRPr lang="en-MY" sz="1800" b="1" dirty="0">
                        <a:solidFill>
                          <a:srgbClr val="0033CC"/>
                        </a:solidFill>
                        <a:latin typeface="Calibri"/>
                      </a:endParaRPr>
                    </a:p>
                    <a:p>
                      <a:pPr marL="457200" indent="-457200">
                        <a:buFont typeface="+mj-lt"/>
                        <a:buAutoNum type="arabicPeriod"/>
                      </a:pPr>
                      <a:r>
                        <a:rPr lang="en-US" sz="1800" b="1" baseline="0" dirty="0">
                          <a:solidFill>
                            <a:srgbClr val="0033CC"/>
                          </a:solidFill>
                          <a:latin typeface="Calibri"/>
                        </a:rPr>
                        <a:t>Upload </a:t>
                      </a:r>
                      <a:r>
                        <a:rPr lang="en-US" sz="1800" b="1" i="1" baseline="0" dirty="0" err="1">
                          <a:solidFill>
                            <a:srgbClr val="0033CC"/>
                          </a:solidFill>
                          <a:latin typeface="Calibri"/>
                        </a:rPr>
                        <a:t>Dokumen</a:t>
                      </a:r>
                      <a:r>
                        <a:rPr lang="en-US" sz="1800" b="1" i="1" baseline="0" dirty="0">
                          <a:solidFill>
                            <a:srgbClr val="0033CC"/>
                          </a:solidFill>
                          <a:latin typeface="Calibri"/>
                        </a:rPr>
                        <a:t> </a:t>
                      </a:r>
                      <a:r>
                        <a:rPr lang="en-US" sz="1800" b="1" i="1" baseline="0" dirty="0" err="1">
                          <a:solidFill>
                            <a:srgbClr val="0033CC"/>
                          </a:solidFill>
                          <a:latin typeface="Calibri"/>
                        </a:rPr>
                        <a:t>pengesahan</a:t>
                      </a:r>
                      <a:r>
                        <a:rPr lang="en-US" sz="1800" b="1" i="1" baseline="0" dirty="0">
                          <a:solidFill>
                            <a:srgbClr val="0033CC"/>
                          </a:solidFill>
                          <a:latin typeface="Calibri"/>
                        </a:rPr>
                        <a:t> </a:t>
                      </a:r>
                      <a:r>
                        <a:rPr lang="en-US" sz="1800" b="1" i="1" baseline="0" dirty="0" err="1">
                          <a:solidFill>
                            <a:srgbClr val="0033CC"/>
                          </a:solidFill>
                          <a:latin typeface="Calibri"/>
                        </a:rPr>
                        <a:t>penyelia</a:t>
                      </a:r>
                      <a:r>
                        <a:rPr lang="en-US" sz="1800" b="1" i="1" baseline="0" dirty="0">
                          <a:solidFill>
                            <a:srgbClr val="0033CC"/>
                          </a:solidFill>
                          <a:latin typeface="Calibri"/>
                        </a:rPr>
                        <a:t> (</a:t>
                      </a:r>
                      <a:r>
                        <a:rPr lang="en-US" sz="1800" b="1" i="1" baseline="0" dirty="0" err="1">
                          <a:solidFill>
                            <a:srgbClr val="0033CC"/>
                          </a:solidFill>
                          <a:latin typeface="Calibri"/>
                        </a:rPr>
                        <a:t>Industri</a:t>
                      </a:r>
                      <a:r>
                        <a:rPr lang="en-US" sz="1800" b="1" i="1" baseline="0" dirty="0">
                          <a:solidFill>
                            <a:srgbClr val="0033CC"/>
                          </a:solidFill>
                          <a:latin typeface="Calibri"/>
                        </a:rPr>
                        <a:t>)</a:t>
                      </a:r>
                      <a:r>
                        <a:rPr lang="en-US" sz="1800" b="1" baseline="0" dirty="0">
                          <a:solidFill>
                            <a:srgbClr val="0033CC"/>
                          </a:solidFill>
                          <a:latin typeface="Calibri"/>
                        </a:rPr>
                        <a:t>, </a:t>
                      </a:r>
                      <a:r>
                        <a:rPr lang="en-US" sz="1800" b="1" i="1" baseline="0" dirty="0" err="1">
                          <a:solidFill>
                            <a:srgbClr val="0033CC"/>
                          </a:solidFill>
                          <a:latin typeface="Calibri"/>
                        </a:rPr>
                        <a:t>Dokumen</a:t>
                      </a:r>
                      <a:r>
                        <a:rPr lang="en-US" sz="1800" b="1" i="1" baseline="0" dirty="0">
                          <a:solidFill>
                            <a:srgbClr val="0033CC"/>
                          </a:solidFill>
                          <a:latin typeface="Calibri"/>
                        </a:rPr>
                        <a:t> </a:t>
                      </a:r>
                      <a:r>
                        <a:rPr lang="en-US" sz="1800" b="1" i="1" baseline="0" dirty="0" err="1">
                          <a:solidFill>
                            <a:srgbClr val="0033CC"/>
                          </a:solidFill>
                          <a:latin typeface="Calibri"/>
                        </a:rPr>
                        <a:t>kehadiran</a:t>
                      </a:r>
                      <a:r>
                        <a:rPr lang="en-US" sz="1800" b="1" i="1" baseline="0" dirty="0">
                          <a:solidFill>
                            <a:srgbClr val="0033CC"/>
                          </a:solidFill>
                          <a:latin typeface="Calibri"/>
                        </a:rPr>
                        <a:t> LI</a:t>
                      </a:r>
                      <a:r>
                        <a:rPr lang="en-US" sz="1800" b="1" baseline="0" dirty="0">
                          <a:solidFill>
                            <a:srgbClr val="0033CC"/>
                          </a:solidFill>
                          <a:latin typeface="Calibri"/>
                        </a:rPr>
                        <a:t> in SILI.</a:t>
                      </a:r>
                    </a:p>
                    <a:p>
                      <a:pPr marL="457200" indent="-457200">
                        <a:buFont typeface="+mj-lt"/>
                        <a:buAutoNum type="arabicPeriod"/>
                      </a:pPr>
                      <a:r>
                        <a:rPr lang="en-US" sz="1800" b="1" baseline="0" dirty="0">
                          <a:solidFill>
                            <a:srgbClr val="0033CC"/>
                          </a:solidFill>
                          <a:latin typeface="Calibri"/>
                        </a:rPr>
                        <a:t>Answer TWO (2) surveys.</a:t>
                      </a:r>
                    </a:p>
                  </a:txBody>
                  <a:tcPr anchor="ctr"/>
                </a:tc>
                <a:extLst>
                  <a:ext uri="{0D108BD9-81ED-4DB2-BD59-A6C34878D82A}">
                    <a16:rowId xmlns:a16="http://schemas.microsoft.com/office/drawing/2014/main" val="581012377"/>
                  </a:ext>
                </a:extLst>
              </a:tr>
            </a:tbl>
          </a:graphicData>
        </a:graphic>
      </p:graphicFrame>
    </p:spTree>
    <p:extLst>
      <p:ext uri="{BB962C8B-B14F-4D97-AF65-F5344CB8AC3E}">
        <p14:creationId xmlns:p14="http://schemas.microsoft.com/office/powerpoint/2010/main" val="2470836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solidFill>
                  <a:srgbClr val="FF0000"/>
                </a:solidFill>
                <a:latin typeface="Arial Rounded MT Bold"/>
              </a:rPr>
              <a:t> </a:t>
            </a:r>
            <a:r>
              <a:rPr lang="en-MY">
                <a:latin typeface="Arial Rounded MT Bold"/>
              </a:rPr>
              <a:t>Scope of LI</a:t>
            </a:r>
          </a:p>
        </p:txBody>
      </p:sp>
      <p:sp>
        <p:nvSpPr>
          <p:cNvPr id="5" name="Content Placeholder 2"/>
          <p:cNvSpPr>
            <a:spLocks noGrp="1"/>
          </p:cNvSpPr>
          <p:nvPr>
            <p:ph idx="1"/>
          </p:nvPr>
        </p:nvSpPr>
        <p:spPr>
          <a:xfrm>
            <a:off x="3659899" y="783506"/>
            <a:ext cx="7726988" cy="3050355"/>
          </a:xfrm>
        </p:spPr>
        <p:txBody>
          <a:bodyPr>
            <a:noAutofit/>
          </a:bodyPr>
          <a:lstStyle/>
          <a:p>
            <a:pPr marL="0" indent="0">
              <a:buNone/>
            </a:pPr>
            <a:r>
              <a:rPr lang="en-US" altLang="en-US" sz="3000" b="1">
                <a:solidFill>
                  <a:srgbClr val="000000"/>
                </a:solidFill>
                <a:latin typeface="Calibri"/>
                <a:cs typeface="Calibri"/>
              </a:rPr>
              <a:t>Technical Area (60-80%)</a:t>
            </a:r>
            <a:r>
              <a:rPr lang="en-US" altLang="en-US" sz="3000">
                <a:solidFill>
                  <a:srgbClr val="000000"/>
                </a:solidFill>
                <a:latin typeface="Calibri"/>
                <a:cs typeface="Calibri"/>
              </a:rPr>
              <a:t>:</a:t>
            </a:r>
          </a:p>
          <a:p>
            <a:pPr lvl="1"/>
            <a:r>
              <a:rPr lang="en-US" altLang="en-US" sz="2400">
                <a:solidFill>
                  <a:srgbClr val="000000"/>
                </a:solidFill>
                <a:latin typeface="Calibri"/>
                <a:cs typeface="Calibri"/>
              </a:rPr>
              <a:t>Specifications of requirements</a:t>
            </a:r>
          </a:p>
          <a:p>
            <a:pPr lvl="1"/>
            <a:r>
              <a:rPr lang="en-US" altLang="en-US" sz="2400">
                <a:solidFill>
                  <a:srgbClr val="000000"/>
                </a:solidFill>
                <a:latin typeface="Calibri"/>
                <a:cs typeface="Calibri"/>
              </a:rPr>
              <a:t>Designing/Redesign</a:t>
            </a:r>
          </a:p>
          <a:p>
            <a:pPr lvl="1"/>
            <a:r>
              <a:rPr lang="en-US" altLang="en-US" sz="2400">
                <a:solidFill>
                  <a:srgbClr val="000000"/>
                </a:solidFill>
                <a:latin typeface="Calibri"/>
                <a:cs typeface="Calibri"/>
              </a:rPr>
              <a:t>Implementation/Construction</a:t>
            </a:r>
          </a:p>
          <a:p>
            <a:pPr lvl="1"/>
            <a:r>
              <a:rPr lang="en-US" altLang="en-US" sz="2400">
                <a:solidFill>
                  <a:srgbClr val="000000"/>
                </a:solidFill>
                <a:latin typeface="Calibri"/>
                <a:cs typeface="Calibri"/>
              </a:rPr>
              <a:t>Testing and Deployment</a:t>
            </a:r>
          </a:p>
          <a:p>
            <a:pPr lvl="1"/>
            <a:r>
              <a:rPr lang="en-US" altLang="en-US" sz="2400">
                <a:solidFill>
                  <a:srgbClr val="000000"/>
                </a:solidFill>
                <a:latin typeface="Calibri"/>
                <a:cs typeface="Calibri"/>
              </a:rPr>
              <a:t>Maintenance and Customization</a:t>
            </a:r>
          </a:p>
          <a:p>
            <a:pPr lvl="1"/>
            <a:r>
              <a:rPr lang="en-US" altLang="en-US" sz="2400">
                <a:solidFill>
                  <a:srgbClr val="000000"/>
                </a:solidFill>
                <a:latin typeface="Calibri"/>
                <a:cs typeface="Calibri"/>
              </a:rPr>
              <a:t>Documentation</a:t>
            </a:r>
            <a:endParaRPr lang="en-MY" sz="2400">
              <a:solidFill>
                <a:srgbClr val="000000"/>
              </a:solidFill>
              <a:latin typeface="Calibri"/>
              <a:cs typeface="Calibri"/>
            </a:endParaRPr>
          </a:p>
        </p:txBody>
      </p:sp>
      <p:sp>
        <p:nvSpPr>
          <p:cNvPr id="6" name="Content Placeholder 2"/>
          <p:cNvSpPr txBox="1">
            <a:spLocks/>
          </p:cNvSpPr>
          <p:nvPr/>
        </p:nvSpPr>
        <p:spPr>
          <a:xfrm>
            <a:off x="3557541" y="3617771"/>
            <a:ext cx="8288096" cy="2816583"/>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3200" kern="1200">
                <a:solidFill>
                  <a:schemeClr val="tx1">
                    <a:lumMod val="65000"/>
                    <a:lumOff val="35000"/>
                  </a:schemeClr>
                </a:solidFill>
                <a:latin typeface="Calibri" panose="020F0502020204030204" pitchFamily="34" charset="0"/>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800" kern="1200">
                <a:solidFill>
                  <a:schemeClr val="tx1">
                    <a:lumMod val="65000"/>
                    <a:lumOff val="35000"/>
                  </a:schemeClr>
                </a:solidFill>
                <a:latin typeface="Calibri" panose="020F0502020204030204" pitchFamily="34" charset="0"/>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buFont typeface="Wingdings 2" pitchFamily="18" charset="2"/>
              <a:buNone/>
            </a:pPr>
            <a:r>
              <a:rPr lang="en-US" altLang="en-US" sz="3000" b="1">
                <a:solidFill>
                  <a:srgbClr val="000000"/>
                </a:solidFill>
              </a:rPr>
              <a:t>Administration, Management &amp; Training (20-40%)</a:t>
            </a:r>
            <a:r>
              <a:rPr lang="en-US" altLang="en-US" sz="3000">
                <a:solidFill>
                  <a:srgbClr val="000000"/>
                </a:solidFill>
              </a:rPr>
              <a:t>:</a:t>
            </a:r>
          </a:p>
          <a:p>
            <a:pPr lvl="1"/>
            <a:r>
              <a:rPr lang="en-US" altLang="en-US" sz="2400">
                <a:solidFill>
                  <a:srgbClr val="000000"/>
                </a:solidFill>
                <a:latin typeface="Calibri"/>
                <a:cs typeface="Calibri"/>
              </a:rPr>
              <a:t>Attend courses and trainings, meetings, discussions, etc.</a:t>
            </a:r>
          </a:p>
          <a:p>
            <a:pPr lvl="1"/>
            <a:r>
              <a:rPr lang="en-US" altLang="en-US" sz="2400">
                <a:solidFill>
                  <a:srgbClr val="000000"/>
                </a:solidFill>
                <a:latin typeface="Calibri"/>
                <a:cs typeface="Calibri"/>
              </a:rPr>
              <a:t>Prepare courses, tender proposals, presentation</a:t>
            </a:r>
          </a:p>
          <a:p>
            <a:pPr lvl="1"/>
            <a:r>
              <a:rPr lang="en-US" altLang="en-US" sz="2400">
                <a:solidFill>
                  <a:srgbClr val="000000"/>
                </a:solidFill>
                <a:latin typeface="Calibri"/>
                <a:cs typeface="Calibri"/>
              </a:rPr>
              <a:t>Conduct courses and trainings or demos</a:t>
            </a:r>
          </a:p>
          <a:p>
            <a:pPr lvl="1"/>
            <a:r>
              <a:rPr lang="en-US" altLang="en-US" sz="2400">
                <a:solidFill>
                  <a:srgbClr val="000000"/>
                </a:solidFill>
                <a:latin typeface="Calibri"/>
                <a:cs typeface="Calibri"/>
              </a:rPr>
              <a:t>Data entry/clerical work, visit sites, etc.</a:t>
            </a:r>
            <a:endParaRPr lang="en-MY" sz="2400">
              <a:solidFill>
                <a:srgbClr val="000000"/>
              </a:solidFill>
              <a:latin typeface="Calibri"/>
              <a:cs typeface="Calibri"/>
            </a:endParaRPr>
          </a:p>
        </p:txBody>
      </p:sp>
    </p:spTree>
    <p:extLst>
      <p:ext uri="{BB962C8B-B14F-4D97-AF65-F5344CB8AC3E}">
        <p14:creationId xmlns:p14="http://schemas.microsoft.com/office/powerpoint/2010/main" val="632427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a:extLst>
              <a:ext uri="{FF2B5EF4-FFF2-40B4-BE49-F238E27FC236}">
                <a16:creationId xmlns:a16="http://schemas.microsoft.com/office/drawing/2014/main" id="{86DDBCF1-B8D3-4B24-8302-55D97C136A7D}"/>
              </a:ext>
            </a:extLst>
          </p:cNvPr>
          <p:cNvPicPr>
            <a:picLocks noChangeAspect="1"/>
          </p:cNvPicPr>
          <p:nvPr/>
        </p:nvPicPr>
        <p:blipFill>
          <a:blip r:embed="rId2"/>
          <a:stretch>
            <a:fillRect/>
          </a:stretch>
        </p:blipFill>
        <p:spPr>
          <a:xfrm>
            <a:off x="-5750" y="1283314"/>
            <a:ext cx="12232254" cy="5254654"/>
          </a:xfrm>
          <a:prstGeom prst="rect">
            <a:avLst/>
          </a:prstGeom>
        </p:spPr>
      </p:pic>
      <p:sp>
        <p:nvSpPr>
          <p:cNvPr id="11" name="TextBox 10">
            <a:extLst>
              <a:ext uri="{FF2B5EF4-FFF2-40B4-BE49-F238E27FC236}">
                <a16:creationId xmlns:a16="http://schemas.microsoft.com/office/drawing/2014/main" id="{0C223BCB-EAFF-47EC-AAE8-4E7CBF37E314}"/>
              </a:ext>
            </a:extLst>
          </p:cNvPr>
          <p:cNvSpPr txBox="1"/>
          <p:nvPr/>
        </p:nvSpPr>
        <p:spPr>
          <a:xfrm>
            <a:off x="3537847" y="120167"/>
            <a:ext cx="5330614" cy="1077218"/>
          </a:xfrm>
          <a:prstGeom prst="rect">
            <a:avLst/>
          </a:prstGeom>
          <a:noFill/>
        </p:spPr>
        <p:txBody>
          <a:bodyPr wrap="square" lIns="91440" tIns="45720" rIns="91440" bIns="45720" rtlCol="0" anchor="t">
            <a:spAutoFit/>
          </a:bodyPr>
          <a:lstStyle/>
          <a:p>
            <a:pPr algn="ctr"/>
            <a:r>
              <a:rPr lang="en-US" sz="3200" b="1"/>
              <a:t>Summary of Platform/System for LI </a:t>
            </a:r>
            <a:endParaRPr lang="en-US" sz="2400" b="1"/>
          </a:p>
        </p:txBody>
      </p:sp>
    </p:spTree>
    <p:extLst>
      <p:ext uri="{BB962C8B-B14F-4D97-AF65-F5344CB8AC3E}">
        <p14:creationId xmlns:p14="http://schemas.microsoft.com/office/powerpoint/2010/main" val="2225248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ED9A44E-6EB7-773E-1EAC-6FB028BA692E}"/>
              </a:ext>
            </a:extLst>
          </p:cNvPr>
          <p:cNvPicPr>
            <a:picLocks noChangeAspect="1"/>
          </p:cNvPicPr>
          <p:nvPr/>
        </p:nvPicPr>
        <p:blipFill>
          <a:blip r:embed="rId3"/>
          <a:stretch>
            <a:fillRect/>
          </a:stretch>
        </p:blipFill>
        <p:spPr>
          <a:xfrm>
            <a:off x="3616412" y="554768"/>
            <a:ext cx="8114291" cy="4970740"/>
          </a:xfrm>
          <a:prstGeom prst="rect">
            <a:avLst/>
          </a:prstGeom>
        </p:spPr>
      </p:pic>
      <p:sp>
        <p:nvSpPr>
          <p:cNvPr id="2" name="Title 1"/>
          <p:cNvSpPr>
            <a:spLocks noGrp="1"/>
          </p:cNvSpPr>
          <p:nvPr>
            <p:ph type="title"/>
          </p:nvPr>
        </p:nvSpPr>
        <p:spPr/>
        <p:txBody>
          <a:bodyPr/>
          <a:lstStyle/>
          <a:p>
            <a:pPr algn="ctr"/>
            <a:r>
              <a:rPr lang="en-US" dirty="0">
                <a:latin typeface="Arial Rounded MT Bold"/>
              </a:rPr>
              <a:t>Resources </a:t>
            </a:r>
            <a:br>
              <a:rPr lang="en-US" dirty="0">
                <a:latin typeface="Arial Rounded MT Bold"/>
              </a:rPr>
            </a:br>
            <a:r>
              <a:rPr lang="en-US" dirty="0">
                <a:latin typeface="Arial Rounded MT Bold"/>
              </a:rPr>
              <a:t>[1]: </a:t>
            </a:r>
            <a:br>
              <a:rPr lang="en-US" dirty="0">
                <a:latin typeface="Arial Rounded MT Bold"/>
              </a:rPr>
            </a:br>
            <a:br>
              <a:rPr lang="en-US" dirty="0">
                <a:latin typeface="Arial Rounded MT Bold"/>
              </a:rPr>
            </a:br>
            <a:r>
              <a:rPr lang="en-US" i="1" dirty="0">
                <a:latin typeface="Arial Rounded MT Bold"/>
              </a:rPr>
              <a:t>Telegram “FTMK’s Intern Sem 1 2022/23”</a:t>
            </a:r>
            <a:endParaRPr lang="en-US" i="1" dirty="0"/>
          </a:p>
        </p:txBody>
      </p:sp>
      <p:sp>
        <p:nvSpPr>
          <p:cNvPr id="7" name="Smiley Face 6">
            <a:extLst>
              <a:ext uri="{FF2B5EF4-FFF2-40B4-BE49-F238E27FC236}">
                <a16:creationId xmlns:a16="http://schemas.microsoft.com/office/drawing/2014/main" id="{A6535401-4DB3-478A-A6EB-A2EB846298D8}"/>
              </a:ext>
            </a:extLst>
          </p:cNvPr>
          <p:cNvSpPr/>
          <p:nvPr/>
        </p:nvSpPr>
        <p:spPr>
          <a:xfrm>
            <a:off x="8794447" y="2422071"/>
            <a:ext cx="688293" cy="618067"/>
          </a:xfrm>
          <a:prstGeom prst="smileyFace">
            <a:avLst>
              <a:gd name="adj" fmla="val 46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W"/>
          </a:p>
        </p:txBody>
      </p:sp>
      <p:sp>
        <p:nvSpPr>
          <p:cNvPr id="4" name="TextBox 3">
            <a:extLst>
              <a:ext uri="{FF2B5EF4-FFF2-40B4-BE49-F238E27FC236}">
                <a16:creationId xmlns:a16="http://schemas.microsoft.com/office/drawing/2014/main" id="{6D398F34-BC7A-4FB9-A180-209887C5A72B}"/>
              </a:ext>
            </a:extLst>
          </p:cNvPr>
          <p:cNvSpPr txBox="1"/>
          <p:nvPr/>
        </p:nvSpPr>
        <p:spPr>
          <a:xfrm>
            <a:off x="3616413" y="5579335"/>
            <a:ext cx="811429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Calibri"/>
              </a:rPr>
              <a:t>Announcement, Placement offer from Companies</a:t>
            </a:r>
            <a:endParaRPr lang="en-US" sz="2800" b="1" dirty="0"/>
          </a:p>
        </p:txBody>
      </p:sp>
    </p:spTree>
    <p:extLst>
      <p:ext uri="{BB962C8B-B14F-4D97-AF65-F5344CB8AC3E}">
        <p14:creationId xmlns:p14="http://schemas.microsoft.com/office/powerpoint/2010/main" val="2399331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descr="Graphical user interface, application&#10;&#10;Description automatically generated">
            <a:extLst>
              <a:ext uri="{FF2B5EF4-FFF2-40B4-BE49-F238E27FC236}">
                <a16:creationId xmlns:a16="http://schemas.microsoft.com/office/drawing/2014/main" id="{F2E1DC29-3559-451B-A612-275F6EE45633}"/>
              </a:ext>
            </a:extLst>
          </p:cNvPr>
          <p:cNvPicPr>
            <a:picLocks noChangeAspect="1"/>
          </p:cNvPicPr>
          <p:nvPr/>
        </p:nvPicPr>
        <p:blipFill>
          <a:blip r:embed="rId2"/>
          <a:stretch>
            <a:fillRect/>
          </a:stretch>
        </p:blipFill>
        <p:spPr>
          <a:xfrm>
            <a:off x="3517900" y="1371799"/>
            <a:ext cx="8131628" cy="4350258"/>
          </a:xfrm>
          <a:prstGeom prst="rect">
            <a:avLst/>
          </a:prstGeom>
        </p:spPr>
      </p:pic>
      <p:sp>
        <p:nvSpPr>
          <p:cNvPr id="2" name="Title 1"/>
          <p:cNvSpPr>
            <a:spLocks noGrp="1"/>
          </p:cNvSpPr>
          <p:nvPr>
            <p:ph type="title"/>
          </p:nvPr>
        </p:nvSpPr>
        <p:spPr/>
        <p:txBody>
          <a:bodyPr/>
          <a:lstStyle/>
          <a:p>
            <a:pPr algn="ctr"/>
            <a:r>
              <a:rPr lang="en-US" dirty="0">
                <a:latin typeface="Arial Rounded MT Bold"/>
              </a:rPr>
              <a:t>Resources </a:t>
            </a:r>
            <a:br>
              <a:rPr lang="en-US" dirty="0">
                <a:latin typeface="Arial Rounded MT Bold"/>
              </a:rPr>
            </a:br>
            <a:r>
              <a:rPr lang="en-US" dirty="0">
                <a:latin typeface="Arial Rounded MT Bold"/>
              </a:rPr>
              <a:t>[2]: </a:t>
            </a:r>
            <a:br>
              <a:rPr lang="en-US" dirty="0">
                <a:latin typeface="Arial Rounded MT Bold"/>
              </a:rPr>
            </a:br>
            <a:br>
              <a:rPr lang="en-US" dirty="0">
                <a:latin typeface="Arial Rounded MT Bold"/>
              </a:rPr>
            </a:br>
            <a:r>
              <a:rPr lang="en-US" i="1" dirty="0" err="1">
                <a:latin typeface="Arial Rounded MT Bold"/>
              </a:rPr>
              <a:t>Ulearn</a:t>
            </a:r>
            <a:br>
              <a:rPr lang="en-US" i="1" dirty="0">
                <a:latin typeface="Arial Rounded MT Bold"/>
              </a:rPr>
            </a:br>
            <a:r>
              <a:rPr lang="en-US" i="1" dirty="0">
                <a:latin typeface="Arial Rounded MT Bold"/>
              </a:rPr>
              <a:t>available later in Sem 1 2022/23</a:t>
            </a:r>
            <a:endParaRPr lang="en-US" i="1" dirty="0"/>
          </a:p>
        </p:txBody>
      </p:sp>
      <p:sp>
        <p:nvSpPr>
          <p:cNvPr id="3" name="Content Placeholder 2"/>
          <p:cNvSpPr>
            <a:spLocks noGrp="1"/>
          </p:cNvSpPr>
          <p:nvPr>
            <p:ph idx="1"/>
          </p:nvPr>
        </p:nvSpPr>
        <p:spPr>
          <a:xfrm>
            <a:off x="3408219" y="109162"/>
            <a:ext cx="8836333" cy="5861731"/>
          </a:xfrm>
        </p:spPr>
        <p:txBody>
          <a:bodyPr>
            <a:normAutofit/>
          </a:bodyPr>
          <a:lstStyle/>
          <a:p>
            <a:pPr marL="0" indent="0">
              <a:buNone/>
            </a:pPr>
            <a:r>
              <a:rPr lang="en-US" sz="2800" dirty="0">
                <a:solidFill>
                  <a:schemeClr val="tx1"/>
                </a:solidFill>
                <a:latin typeface="Calibri"/>
                <a:cs typeface="Calibri"/>
              </a:rPr>
              <a:t>ULearn </a:t>
            </a:r>
            <a:r>
              <a:rPr lang="en-US" sz="2800" dirty="0">
                <a:solidFill>
                  <a:schemeClr val="accent1"/>
                </a:solidFill>
                <a:latin typeface="Calibri"/>
                <a:cs typeface="Calibri"/>
              </a:rPr>
              <a:t>(</a:t>
            </a:r>
            <a:r>
              <a:rPr lang="en-US" sz="2800" dirty="0" err="1">
                <a:solidFill>
                  <a:schemeClr val="accent1"/>
                </a:solidFill>
                <a:latin typeface="Calibri"/>
                <a:cs typeface="Calibri"/>
              </a:rPr>
              <a:t>e.g</a:t>
            </a:r>
            <a:r>
              <a:rPr lang="en-US" sz="2800" dirty="0">
                <a:solidFill>
                  <a:schemeClr val="accent1"/>
                </a:solidFill>
                <a:latin typeface="Calibri"/>
                <a:cs typeface="Calibri"/>
              </a:rPr>
              <a:t> SEM 2 21/22 FTMK Industrial Training)</a:t>
            </a:r>
            <a:endParaRPr lang="en-US" dirty="0">
              <a:solidFill>
                <a:schemeClr val="accent1"/>
              </a:solidFill>
              <a:cs typeface="Calibri"/>
            </a:endParaRPr>
          </a:p>
          <a:p>
            <a:pPr lvl="1"/>
            <a:endParaRPr lang="en-US" sz="2400" dirty="0">
              <a:solidFill>
                <a:srgbClr val="595959"/>
              </a:solidFill>
              <a:latin typeface="Calibri"/>
              <a:cs typeface="Calibri"/>
            </a:endParaRPr>
          </a:p>
          <a:p>
            <a:pPr lvl="1"/>
            <a:endParaRPr lang="en-US" sz="2400" dirty="0">
              <a:latin typeface="Calibri"/>
              <a:cs typeface="Calibri"/>
            </a:endParaRPr>
          </a:p>
          <a:p>
            <a:pPr lvl="1"/>
            <a:br>
              <a:rPr lang="en-US" sz="2400" dirty="0">
                <a:latin typeface="Calibri"/>
                <a:cs typeface="Calibri"/>
              </a:rPr>
            </a:br>
            <a:endParaRPr lang="en-US" sz="2400" dirty="0">
              <a:cs typeface="Calibri"/>
            </a:endParaRPr>
          </a:p>
          <a:p>
            <a:pPr lvl="1"/>
            <a:endParaRPr lang="en-US" sz="2400" dirty="0">
              <a:cs typeface="Calibri"/>
            </a:endParaRPr>
          </a:p>
          <a:p>
            <a:pPr lvl="1"/>
            <a:endParaRPr lang="en-US" sz="2400" dirty="0">
              <a:cs typeface="Calibri" panose="020F0502020204030204" pitchFamily="34" charset="0"/>
            </a:endParaRPr>
          </a:p>
          <a:p>
            <a:pPr lvl="1"/>
            <a:endParaRPr lang="en-US" sz="2400" dirty="0">
              <a:cs typeface="Calibri" panose="020F0502020204030204" pitchFamily="34" charset="0"/>
            </a:endParaRPr>
          </a:p>
          <a:p>
            <a:pPr lvl="1"/>
            <a:endParaRPr lang="en-US" sz="2400" dirty="0">
              <a:cs typeface="Calibri" panose="020F0502020204030204" pitchFamily="34" charset="0"/>
            </a:endParaRPr>
          </a:p>
          <a:p>
            <a:pPr lvl="1"/>
            <a:endParaRPr lang="en-US" sz="2400" dirty="0">
              <a:cs typeface="Calibri" panose="020F0502020204030204" pitchFamily="34" charset="0"/>
            </a:endParaRPr>
          </a:p>
          <a:p>
            <a:pPr lvl="1"/>
            <a:endParaRPr lang="en-MY" sz="2400" dirty="0">
              <a:cs typeface="Calibri" panose="020F0502020204030204" pitchFamily="34" charset="0"/>
            </a:endParaRPr>
          </a:p>
        </p:txBody>
      </p:sp>
      <p:sp>
        <p:nvSpPr>
          <p:cNvPr id="7" name="Smiley Face 6">
            <a:extLst>
              <a:ext uri="{FF2B5EF4-FFF2-40B4-BE49-F238E27FC236}">
                <a16:creationId xmlns:a16="http://schemas.microsoft.com/office/drawing/2014/main" id="{A6535401-4DB3-478A-A6EB-A2EB846298D8}"/>
              </a:ext>
            </a:extLst>
          </p:cNvPr>
          <p:cNvSpPr/>
          <p:nvPr/>
        </p:nvSpPr>
        <p:spPr>
          <a:xfrm>
            <a:off x="8794447" y="2422071"/>
            <a:ext cx="688293" cy="618067"/>
          </a:xfrm>
          <a:prstGeom prst="smileyFace">
            <a:avLst>
              <a:gd name="adj" fmla="val 46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W"/>
          </a:p>
        </p:txBody>
      </p:sp>
      <p:sp>
        <p:nvSpPr>
          <p:cNvPr id="4" name="TextBox 3">
            <a:extLst>
              <a:ext uri="{FF2B5EF4-FFF2-40B4-BE49-F238E27FC236}">
                <a16:creationId xmlns:a16="http://schemas.microsoft.com/office/drawing/2014/main" id="{6D398F34-BC7A-4FB9-A180-209887C5A72B}"/>
              </a:ext>
            </a:extLst>
          </p:cNvPr>
          <p:cNvSpPr txBox="1"/>
          <p:nvPr/>
        </p:nvSpPr>
        <p:spPr>
          <a:xfrm>
            <a:off x="5498376" y="4340386"/>
            <a:ext cx="6696973"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latin typeface="Calibri"/>
              </a:rPr>
              <a:t>Announcement, all LI-related documents, briefing materials (</a:t>
            </a:r>
            <a:r>
              <a:rPr lang="en-US" sz="2800" b="1">
                <a:solidFill>
                  <a:srgbClr val="FF0000"/>
                </a:solidFill>
                <a:latin typeface="Calibri"/>
              </a:rPr>
              <a:t>before &amp; during LI</a:t>
            </a:r>
            <a:r>
              <a:rPr lang="en-US" sz="2800" b="1">
                <a:latin typeface="Calibri"/>
              </a:rPr>
              <a:t>)</a:t>
            </a:r>
            <a:endParaRPr lang="en-US" sz="2800" b="1">
              <a:latin typeface="Corbel" panose="020B0503020204020204"/>
            </a:endParaRPr>
          </a:p>
          <a:p>
            <a:r>
              <a:rPr lang="en-US" sz="2800" b="1">
                <a:latin typeface="Calibri"/>
              </a:rPr>
              <a:t>upload LI Report (</a:t>
            </a:r>
            <a:r>
              <a:rPr lang="en-US" sz="2800" b="1">
                <a:solidFill>
                  <a:srgbClr val="FF0000"/>
                </a:solidFill>
                <a:latin typeface="Calibri"/>
              </a:rPr>
              <a:t>end of LI</a:t>
            </a:r>
            <a:r>
              <a:rPr lang="en-US" sz="2800" b="1">
                <a:latin typeface="Calibri"/>
              </a:rPr>
              <a:t>)</a:t>
            </a:r>
            <a:endParaRPr lang="en-US" sz="2800" b="1"/>
          </a:p>
        </p:txBody>
      </p:sp>
    </p:spTree>
    <p:extLst>
      <p:ext uri="{BB962C8B-B14F-4D97-AF65-F5344CB8AC3E}">
        <p14:creationId xmlns:p14="http://schemas.microsoft.com/office/powerpoint/2010/main" val="1624528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Graphical user interface, application, Teams&#10;&#10;Description automatically generated">
            <a:extLst>
              <a:ext uri="{FF2B5EF4-FFF2-40B4-BE49-F238E27FC236}">
                <a16:creationId xmlns:a16="http://schemas.microsoft.com/office/drawing/2014/main" id="{8B300E35-D8A8-43AA-897D-D17F9CCD7B9B}"/>
              </a:ext>
            </a:extLst>
          </p:cNvPr>
          <p:cNvPicPr>
            <a:picLocks noChangeAspect="1"/>
          </p:cNvPicPr>
          <p:nvPr/>
        </p:nvPicPr>
        <p:blipFill>
          <a:blip r:embed="rId2"/>
          <a:stretch>
            <a:fillRect/>
          </a:stretch>
        </p:blipFill>
        <p:spPr>
          <a:xfrm>
            <a:off x="3430439" y="592727"/>
            <a:ext cx="8307235" cy="5744432"/>
          </a:xfrm>
          <a:prstGeom prst="rect">
            <a:avLst/>
          </a:prstGeom>
        </p:spPr>
      </p:pic>
      <p:sp>
        <p:nvSpPr>
          <p:cNvPr id="9" name="Title 1">
            <a:extLst>
              <a:ext uri="{FF2B5EF4-FFF2-40B4-BE49-F238E27FC236}">
                <a16:creationId xmlns:a16="http://schemas.microsoft.com/office/drawing/2014/main" id="{3FF48CC5-BEB2-4A76-BDE5-6A8BE5A257CB}"/>
              </a:ext>
            </a:extLst>
          </p:cNvPr>
          <p:cNvSpPr txBox="1">
            <a:spLocks/>
          </p:cNvSpPr>
          <p:nvPr/>
        </p:nvSpPr>
        <p:spPr>
          <a:xfrm>
            <a:off x="181974" y="1026616"/>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Arial Rounded MT Bold" panose="020F0704030504030204" pitchFamily="34" charset="0"/>
                <a:ea typeface="+mj-ea"/>
                <a:cs typeface="+mj-cs"/>
              </a:defRPr>
            </a:lvl1pPr>
          </a:lstStyle>
          <a:p>
            <a:pPr algn="ctr"/>
            <a:r>
              <a:rPr lang="en-US" dirty="0">
                <a:latin typeface="Arial Rounded MT Bold"/>
              </a:rPr>
              <a:t>Resources [3]: </a:t>
            </a:r>
            <a:endParaRPr lang="en-US" dirty="0"/>
          </a:p>
          <a:p>
            <a:pPr algn="ctr"/>
            <a:br>
              <a:rPr lang="en-US" dirty="0">
                <a:latin typeface="Arial Rounded MT Bold"/>
              </a:rPr>
            </a:br>
            <a:r>
              <a:rPr lang="en-US" dirty="0">
                <a:latin typeface="Arial Rounded MT Bold"/>
              </a:rPr>
              <a:t>SILI</a:t>
            </a:r>
            <a:endParaRPr lang="en-US" dirty="0"/>
          </a:p>
        </p:txBody>
      </p:sp>
      <p:sp>
        <p:nvSpPr>
          <p:cNvPr id="3" name="Content Placeholder 2"/>
          <p:cNvSpPr>
            <a:spLocks noGrp="1"/>
          </p:cNvSpPr>
          <p:nvPr>
            <p:ph idx="1"/>
          </p:nvPr>
        </p:nvSpPr>
        <p:spPr>
          <a:xfrm>
            <a:off x="5607264" y="4139062"/>
            <a:ext cx="5873745" cy="2266903"/>
          </a:xfrm>
        </p:spPr>
        <p:txBody>
          <a:bodyPr>
            <a:normAutofit fontScale="92500"/>
          </a:bodyPr>
          <a:lstStyle/>
          <a:p>
            <a:pPr marL="344488" indent="-344488">
              <a:buClrTx/>
              <a:buFont typeface="+mj-lt"/>
              <a:buAutoNum type="arabicPeriod"/>
              <a:defRPr/>
            </a:pPr>
            <a:r>
              <a:rPr lang="en-US" altLang="en-US" sz="2600" b="1" dirty="0">
                <a:solidFill>
                  <a:schemeClr val="tx1"/>
                </a:solidFill>
                <a:cs typeface="Calibri"/>
              </a:rPr>
              <a:t>Download Admission Letter &amp; Group Insurance Cover Letter (</a:t>
            </a:r>
            <a:r>
              <a:rPr lang="en-US" altLang="en-US" sz="2600" b="1" dirty="0">
                <a:solidFill>
                  <a:srgbClr val="FF0000"/>
                </a:solidFill>
                <a:cs typeface="Calibri"/>
              </a:rPr>
              <a:t>before LI starts</a:t>
            </a:r>
            <a:r>
              <a:rPr lang="en-US" altLang="en-US" sz="2600" b="1" dirty="0">
                <a:solidFill>
                  <a:schemeClr val="tx1"/>
                </a:solidFill>
                <a:cs typeface="Calibri"/>
              </a:rPr>
              <a:t>)</a:t>
            </a:r>
          </a:p>
          <a:p>
            <a:pPr marL="344488" indent="-344488">
              <a:buClrTx/>
              <a:buFont typeface="+mj-lt"/>
              <a:buAutoNum type="arabicPeriod"/>
              <a:defRPr/>
            </a:pPr>
            <a:r>
              <a:rPr lang="en-US" altLang="en-US" sz="2600" b="1" dirty="0">
                <a:solidFill>
                  <a:schemeClr val="tx1"/>
                </a:solidFill>
                <a:cs typeface="Calibri"/>
              </a:rPr>
              <a:t>Upload Logbook (</a:t>
            </a:r>
            <a:r>
              <a:rPr lang="en-US" altLang="en-US" sz="2600" b="1" dirty="0">
                <a:solidFill>
                  <a:srgbClr val="FF0000"/>
                </a:solidFill>
                <a:cs typeface="Calibri"/>
              </a:rPr>
              <a:t>weekly basis during LI</a:t>
            </a:r>
            <a:r>
              <a:rPr lang="en-US" altLang="en-US" sz="2600" b="1" dirty="0">
                <a:solidFill>
                  <a:schemeClr val="tx1"/>
                </a:solidFill>
                <a:cs typeface="Calibri"/>
              </a:rPr>
              <a:t>)</a:t>
            </a:r>
          </a:p>
          <a:p>
            <a:pPr marL="344488" indent="-344488">
              <a:buClrTx/>
              <a:buFont typeface="+mj-lt"/>
              <a:buAutoNum type="arabicPeriod"/>
              <a:defRPr/>
            </a:pPr>
            <a:r>
              <a:rPr lang="en-US" altLang="en-US" sz="2600" b="1" dirty="0">
                <a:solidFill>
                  <a:schemeClr val="tx1"/>
                </a:solidFill>
                <a:cs typeface="Calibri"/>
              </a:rPr>
              <a:t>Upload Confirmation of SVI and Attendance (</a:t>
            </a:r>
            <a:r>
              <a:rPr lang="en-US" altLang="en-US" sz="2600" b="1" dirty="0">
                <a:solidFill>
                  <a:srgbClr val="FF0000"/>
                </a:solidFill>
                <a:cs typeface="Calibri"/>
              </a:rPr>
              <a:t>End of LI</a:t>
            </a:r>
            <a:r>
              <a:rPr lang="en-US" altLang="en-US" sz="2600" b="1" dirty="0">
                <a:solidFill>
                  <a:schemeClr val="tx1"/>
                </a:solidFill>
                <a:cs typeface="Calibri"/>
              </a:rPr>
              <a:t>)</a:t>
            </a:r>
          </a:p>
          <a:p>
            <a:pPr marL="960120" lvl="1" indent="-457200">
              <a:buClrTx/>
              <a:buAutoNum type="alphaLcPeriod"/>
              <a:defRPr/>
            </a:pPr>
            <a:endParaRPr lang="en-US" altLang="en-US" sz="2000" dirty="0">
              <a:solidFill>
                <a:schemeClr val="tx1"/>
              </a:solidFill>
              <a:cs typeface="Calibri" panose="020F0502020204030204" pitchFamily="34" charset="0"/>
            </a:endParaRPr>
          </a:p>
        </p:txBody>
      </p:sp>
      <p:sp>
        <p:nvSpPr>
          <p:cNvPr id="10" name="Rectangle 9">
            <a:extLst>
              <a:ext uri="{FF2B5EF4-FFF2-40B4-BE49-F238E27FC236}">
                <a16:creationId xmlns:a16="http://schemas.microsoft.com/office/drawing/2014/main" id="{0FED4EE7-4795-4753-ADFD-EFF00DFE71AF}"/>
              </a:ext>
            </a:extLst>
          </p:cNvPr>
          <p:cNvSpPr/>
          <p:nvPr/>
        </p:nvSpPr>
        <p:spPr>
          <a:xfrm>
            <a:off x="5349269" y="1717249"/>
            <a:ext cx="4811457" cy="481641"/>
          </a:xfrm>
          <a:prstGeom prst="rect">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777F8A7-4BD7-41A9-AB3E-7645EB235EF4}"/>
              </a:ext>
            </a:extLst>
          </p:cNvPr>
          <p:cNvSpPr/>
          <p:nvPr/>
        </p:nvSpPr>
        <p:spPr>
          <a:xfrm>
            <a:off x="3472843" y="4755724"/>
            <a:ext cx="1877757" cy="233991"/>
          </a:xfrm>
          <a:prstGeom prst="rect">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1B0B558-55AB-41DB-9F8E-8BFF8F95E13E}"/>
              </a:ext>
            </a:extLst>
          </p:cNvPr>
          <p:cNvSpPr/>
          <p:nvPr/>
        </p:nvSpPr>
        <p:spPr>
          <a:xfrm>
            <a:off x="5349268" y="2206079"/>
            <a:ext cx="4811457" cy="481641"/>
          </a:xfrm>
          <a:prstGeom prst="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6475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4" descr="A picture containing text, sign&#10;&#10;Description automatically generated">
            <a:extLst>
              <a:ext uri="{FF2B5EF4-FFF2-40B4-BE49-F238E27FC236}">
                <a16:creationId xmlns:a16="http://schemas.microsoft.com/office/drawing/2014/main" id="{EDBBD91D-6367-4405-842B-3514DE03C852}"/>
              </a:ext>
            </a:extLst>
          </p:cNvPr>
          <p:cNvPicPr>
            <a:picLocks noChangeAspect="1"/>
          </p:cNvPicPr>
          <p:nvPr/>
        </p:nvPicPr>
        <p:blipFill rotWithShape="1">
          <a:blip r:embed="rId2"/>
          <a:srcRect l="11526" r="13387" b="-2"/>
          <a:stretch/>
        </p:blipFill>
        <p:spPr>
          <a:xfrm>
            <a:off x="3476973" y="629556"/>
            <a:ext cx="8261231" cy="5676008"/>
          </a:xfrm>
          <a:prstGeom prst="rect">
            <a:avLst/>
          </a:prstGeom>
        </p:spPr>
      </p:pic>
      <p:sp>
        <p:nvSpPr>
          <p:cNvPr id="11" name="Title 1">
            <a:extLst>
              <a:ext uri="{FF2B5EF4-FFF2-40B4-BE49-F238E27FC236}">
                <a16:creationId xmlns:a16="http://schemas.microsoft.com/office/drawing/2014/main" id="{F2004D4E-728E-4AF7-B22F-CC10E5CEF7BD}"/>
              </a:ext>
            </a:extLst>
          </p:cNvPr>
          <p:cNvSpPr txBox="1">
            <a:spLocks/>
          </p:cNvSpPr>
          <p:nvPr/>
        </p:nvSpPr>
        <p:spPr>
          <a:xfrm>
            <a:off x="290300" y="830539"/>
            <a:ext cx="2947482" cy="52194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lgn="ctr"/>
            <a:r>
              <a:rPr lang="en-US" dirty="0">
                <a:latin typeface="Arial Rounded MT Bold"/>
              </a:rPr>
              <a:t>Resources </a:t>
            </a:r>
            <a:br>
              <a:rPr lang="en-US" dirty="0">
                <a:latin typeface="Arial Rounded MT Bold"/>
              </a:rPr>
            </a:br>
            <a:r>
              <a:rPr lang="en-US" dirty="0">
                <a:latin typeface="Arial Rounded MT Bold"/>
              </a:rPr>
              <a:t>[4]:</a:t>
            </a:r>
            <a:endParaRPr lang="en-US" dirty="0"/>
          </a:p>
          <a:p>
            <a:pPr algn="ctr"/>
            <a:r>
              <a:rPr lang="en-US" dirty="0">
                <a:latin typeface="Arial Rounded MT Bold"/>
              </a:rPr>
              <a:t> </a:t>
            </a:r>
            <a:br>
              <a:rPr lang="en-US" dirty="0">
                <a:latin typeface="Arial Rounded MT Bold"/>
              </a:rPr>
            </a:br>
            <a:r>
              <a:rPr lang="en-US" dirty="0" err="1">
                <a:latin typeface="Arial Rounded MT Bold"/>
              </a:rPr>
              <a:t>WebLI</a:t>
            </a:r>
            <a:r>
              <a:rPr lang="en-US" dirty="0">
                <a:latin typeface="Arial Rounded MT Bold"/>
              </a:rPr>
              <a:t> </a:t>
            </a:r>
            <a:endParaRPr lang="en-US" dirty="0">
              <a:latin typeface="Corbel" panose="020B0503020204020204"/>
            </a:endParaRPr>
          </a:p>
          <a:p>
            <a:pPr algn="ctr"/>
            <a:endParaRPr lang="en-US" dirty="0">
              <a:latin typeface="Arial Rounded MT Bold"/>
            </a:endParaRPr>
          </a:p>
          <a:p>
            <a:pPr algn="ctr"/>
            <a:r>
              <a:rPr lang="en-US" sz="3000" dirty="0">
                <a:latin typeface="Arial Rounded MT Bold"/>
              </a:rPr>
              <a:t>-Update Location of LI using </a:t>
            </a:r>
            <a:r>
              <a:rPr lang="en-US" sz="3000" dirty="0" err="1">
                <a:latin typeface="Arial Rounded MT Bold"/>
              </a:rPr>
              <a:t>latlong</a:t>
            </a:r>
            <a:endParaRPr lang="en-US" sz="3000" dirty="0">
              <a:latin typeface="Arial Rounded MT Bold"/>
            </a:endParaRPr>
          </a:p>
          <a:p>
            <a:pPr algn="ctr"/>
            <a:endParaRPr lang="en-US" sz="3000" dirty="0">
              <a:latin typeface="Arial Rounded MT Bold"/>
            </a:endParaRPr>
          </a:p>
          <a:p>
            <a:pPr algn="ctr"/>
            <a:r>
              <a:rPr lang="en-US" sz="3000" dirty="0">
                <a:latin typeface="Arial Rounded MT Bold"/>
              </a:rPr>
              <a:t>-Supervision </a:t>
            </a:r>
            <a:endParaRPr lang="en-US" sz="3000" dirty="0">
              <a:latin typeface="Corbel" panose="020B0503020204020204"/>
            </a:endParaRPr>
          </a:p>
          <a:p>
            <a:pPr algn="ctr"/>
            <a:r>
              <a:rPr lang="en-US" sz="3000" dirty="0">
                <a:latin typeface="Arial Rounded MT Bold"/>
              </a:rPr>
              <a:t>Details</a:t>
            </a:r>
            <a:endParaRPr lang="en-US" sz="3000" dirty="0"/>
          </a:p>
        </p:txBody>
      </p:sp>
    </p:spTree>
    <p:extLst>
      <p:ext uri="{BB962C8B-B14F-4D97-AF65-F5344CB8AC3E}">
        <p14:creationId xmlns:p14="http://schemas.microsoft.com/office/powerpoint/2010/main" val="2443922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2919" y="1123837"/>
            <a:ext cx="2947482" cy="4601183"/>
          </a:xfrm>
        </p:spPr>
        <p:txBody>
          <a:bodyPr>
            <a:normAutofit/>
          </a:bodyPr>
          <a:lstStyle/>
          <a:p>
            <a:pPr algn="ctr"/>
            <a:r>
              <a:rPr lang="en-US">
                <a:latin typeface="Arial Rounded MT Bold"/>
              </a:rPr>
              <a:t>Before LI starts, ensure</a:t>
            </a:r>
          </a:p>
        </p:txBody>
      </p:sp>
      <p:graphicFrame>
        <p:nvGraphicFramePr>
          <p:cNvPr id="9" name="Content Placeholder 6">
            <a:extLst>
              <a:ext uri="{FF2B5EF4-FFF2-40B4-BE49-F238E27FC236}">
                <a16:creationId xmlns:a16="http://schemas.microsoft.com/office/drawing/2014/main" id="{60A468BE-2862-45E7-9CB3-855D46F84B90}"/>
              </a:ext>
            </a:extLst>
          </p:cNvPr>
          <p:cNvGraphicFramePr>
            <a:graphicFrameLocks noGrp="1"/>
          </p:cNvGraphicFramePr>
          <p:nvPr>
            <p:ph idx="1"/>
            <p:extLst>
              <p:ext uri="{D42A27DB-BD31-4B8C-83A1-F6EECF244321}">
                <p14:modId xmlns:p14="http://schemas.microsoft.com/office/powerpoint/2010/main" val="4139203961"/>
              </p:ext>
            </p:extLst>
          </p:nvPr>
        </p:nvGraphicFramePr>
        <p:xfrm>
          <a:off x="3759896" y="885459"/>
          <a:ext cx="7728267" cy="5087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0499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Action to be taken</a:t>
            </a:r>
            <a:br>
              <a:rPr lang="en-MY">
                <a:latin typeface="Arial Rounded MT Bold"/>
              </a:rPr>
            </a:br>
            <a:br>
              <a:rPr lang="en-MY"/>
            </a:br>
            <a:r>
              <a:rPr lang="en-MY">
                <a:solidFill>
                  <a:schemeClr val="tx1"/>
                </a:solidFill>
                <a:latin typeface="Arial Rounded MT Bold"/>
              </a:rPr>
              <a:t> </a:t>
            </a:r>
            <a:r>
              <a:rPr lang="en-MY" i="1">
                <a:solidFill>
                  <a:schemeClr val="bg1"/>
                </a:solidFill>
                <a:latin typeface="Arial Rounded MT Bold"/>
              </a:rPr>
              <a:t>First day of LI</a:t>
            </a:r>
            <a:endParaRPr lang="en-US" i="1">
              <a:solidFill>
                <a:schemeClr val="bg1"/>
              </a:solidFill>
            </a:endParaRPr>
          </a:p>
        </p:txBody>
      </p:sp>
      <p:graphicFrame>
        <p:nvGraphicFramePr>
          <p:cNvPr id="7" name="Content Placeholder 2">
            <a:extLst>
              <a:ext uri="{FF2B5EF4-FFF2-40B4-BE49-F238E27FC236}">
                <a16:creationId xmlns:a16="http://schemas.microsoft.com/office/drawing/2014/main" id="{5EC7CD85-CB8A-43C5-A6FC-97384EFEEEEF}"/>
              </a:ext>
            </a:extLst>
          </p:cNvPr>
          <p:cNvGraphicFramePr>
            <a:graphicFrameLocks noGrp="1"/>
          </p:cNvGraphicFramePr>
          <p:nvPr>
            <p:ph idx="1"/>
            <p:extLst>
              <p:ext uri="{D42A27DB-BD31-4B8C-83A1-F6EECF244321}">
                <p14:modId xmlns:p14="http://schemas.microsoft.com/office/powerpoint/2010/main" val="4241130914"/>
              </p:ext>
            </p:extLst>
          </p:nvPr>
        </p:nvGraphicFramePr>
        <p:xfrm>
          <a:off x="3558764" y="1123513"/>
          <a:ext cx="8272130" cy="45303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918" y="1123837"/>
            <a:ext cx="3105917" cy="4601183"/>
          </a:xfrm>
        </p:spPr>
        <p:txBody>
          <a:bodyPr/>
          <a:lstStyle/>
          <a:p>
            <a:pPr algn="ctr"/>
            <a:r>
              <a:rPr lang="en-MY">
                <a:latin typeface="Arial Rounded MT Bold"/>
              </a:rPr>
              <a:t>Action to be taken</a:t>
            </a:r>
            <a:br>
              <a:rPr lang="en-MY">
                <a:latin typeface="Arial Rounded MT Bold"/>
              </a:rPr>
            </a:br>
            <a:br>
              <a:rPr lang="en-MY"/>
            </a:br>
            <a:r>
              <a:rPr lang="en-MY" i="1">
                <a:solidFill>
                  <a:schemeClr val="bg1"/>
                </a:solidFill>
                <a:latin typeface="Arial Rounded MT Bold"/>
              </a:rPr>
              <a:t>Report Duty</a:t>
            </a:r>
            <a:endParaRPr lang="en-MY" i="1">
              <a:solidFill>
                <a:schemeClr val="bg1"/>
              </a:solidFill>
            </a:endParaRPr>
          </a:p>
        </p:txBody>
      </p:sp>
      <p:sp>
        <p:nvSpPr>
          <p:cNvPr id="5" name="Content Placeholder 2"/>
          <p:cNvSpPr>
            <a:spLocks noGrp="1"/>
          </p:cNvSpPr>
          <p:nvPr>
            <p:ph idx="1"/>
          </p:nvPr>
        </p:nvSpPr>
        <p:spPr>
          <a:xfrm>
            <a:off x="3487479" y="762330"/>
            <a:ext cx="8272130" cy="4601183"/>
          </a:xfrm>
        </p:spPr>
        <p:txBody>
          <a:bodyPr>
            <a:noAutofit/>
          </a:bodyPr>
          <a:lstStyle/>
          <a:p>
            <a:pPr marL="228600" lvl="1" indent="0">
              <a:spcAft>
                <a:spcPts val="0"/>
              </a:spcAft>
              <a:buClr>
                <a:schemeClr val="tx1">
                  <a:lumMod val="50000"/>
                  <a:lumOff val="50000"/>
                </a:schemeClr>
              </a:buClr>
              <a:buNone/>
              <a:defRPr/>
            </a:pPr>
            <a:r>
              <a:rPr lang="en-MY" sz="3000" b="1">
                <a:solidFill>
                  <a:schemeClr val="tx1"/>
                </a:solidFill>
                <a:cs typeface="Calibri"/>
              </a:rPr>
              <a:t>Don’t forget to bring</a:t>
            </a:r>
            <a:r>
              <a:rPr lang="en-MY" sz="3000">
                <a:solidFill>
                  <a:schemeClr val="tx1"/>
                </a:solidFill>
                <a:cs typeface="Calibri"/>
              </a:rPr>
              <a:t>:</a:t>
            </a:r>
          </a:p>
          <a:p>
            <a:pPr marL="228600" lvl="1" indent="0">
              <a:spcAft>
                <a:spcPts val="0"/>
              </a:spcAft>
              <a:buClr>
                <a:schemeClr val="tx1">
                  <a:lumMod val="50000"/>
                  <a:lumOff val="50000"/>
                </a:schemeClr>
              </a:buClr>
              <a:buNone/>
              <a:defRPr/>
            </a:pPr>
            <a:endParaRPr lang="en-MY" sz="3000">
              <a:solidFill>
                <a:schemeClr val="tx1"/>
              </a:solidFill>
              <a:cs typeface="Calibri" panose="020F0502020204030204" pitchFamily="34" charset="0"/>
            </a:endParaRPr>
          </a:p>
          <a:p>
            <a:pPr marL="1017270" lvl="1" indent="-514350">
              <a:buAutoNum type="alphaLcPeriod"/>
              <a:defRPr/>
            </a:pPr>
            <a:r>
              <a:rPr lang="en-US" altLang="en-US" sz="3000">
                <a:solidFill>
                  <a:schemeClr val="tx1"/>
                </a:solidFill>
                <a:cs typeface="Calibri"/>
              </a:rPr>
              <a:t>Admission letter </a:t>
            </a:r>
          </a:p>
          <a:p>
            <a:pPr marL="1017270" lvl="1" indent="-514350">
              <a:buAutoNum type="alphaLcPeriod"/>
              <a:defRPr/>
            </a:pPr>
            <a:r>
              <a:rPr lang="en-US" altLang="en-US" sz="3000">
                <a:solidFill>
                  <a:schemeClr val="tx1"/>
                </a:solidFill>
                <a:cs typeface="Calibri"/>
              </a:rPr>
              <a:t>Registration Confirmation (Form A)</a:t>
            </a:r>
          </a:p>
          <a:p>
            <a:pPr marL="1017270" lvl="1" indent="-514350">
              <a:buAutoNum type="alphaLcPeriod"/>
              <a:defRPr/>
            </a:pPr>
            <a:r>
              <a:rPr lang="en-US" altLang="en-US" sz="3000">
                <a:solidFill>
                  <a:schemeClr val="tx1"/>
                </a:solidFill>
                <a:cs typeface="Calibri"/>
              </a:rPr>
              <a:t>Change of Industrial Training Company/Organizational Address (Form B)</a:t>
            </a:r>
          </a:p>
          <a:p>
            <a:pPr marL="1017270" lvl="1" indent="-514350">
              <a:buAutoNum type="alphaLcPeriod"/>
              <a:defRPr/>
            </a:pPr>
            <a:r>
              <a:rPr lang="en-US" altLang="en-US" sz="3000">
                <a:solidFill>
                  <a:schemeClr val="tx1"/>
                </a:solidFill>
                <a:cs typeface="Calibri"/>
              </a:rPr>
              <a:t>Student Group Insurance Cover Letter</a:t>
            </a:r>
          </a:p>
          <a:p>
            <a:pPr marL="1017270" lvl="1" indent="-514350">
              <a:buAutoNum type="alphaLcPeriod"/>
              <a:defRPr/>
            </a:pPr>
            <a:r>
              <a:rPr lang="en-US" altLang="en-US" sz="3000">
                <a:solidFill>
                  <a:schemeClr val="tx1"/>
                </a:solidFill>
                <a:cs typeface="Calibri"/>
              </a:rPr>
              <a:t>Photocopy of IC / Bank Account</a:t>
            </a:r>
            <a:endParaRPr lang="en-MY" sz="3000">
              <a:solidFill>
                <a:schemeClr val="tx1"/>
              </a:solidFill>
              <a:cs typeface="Calibri"/>
            </a:endParaRPr>
          </a:p>
        </p:txBody>
      </p:sp>
    </p:spTree>
    <p:extLst>
      <p:ext uri="{BB962C8B-B14F-4D97-AF65-F5344CB8AC3E}">
        <p14:creationId xmlns:p14="http://schemas.microsoft.com/office/powerpoint/2010/main" val="2644498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a. </a:t>
            </a:r>
            <a:br>
              <a:rPr lang="en-MY">
                <a:latin typeface="Arial Rounded MT Bold"/>
              </a:rPr>
            </a:br>
            <a:r>
              <a:rPr lang="en-MY">
                <a:latin typeface="Arial Rounded MT Bold"/>
              </a:rPr>
              <a:t>Admission Letter </a:t>
            </a:r>
            <a:r>
              <a:rPr lang="en-MY" sz="2400">
                <a:latin typeface="Arial Rounded MT Bold"/>
              </a:rPr>
              <a:t>(download from SILI)</a:t>
            </a:r>
          </a:p>
        </p:txBody>
      </p:sp>
      <p:pic>
        <p:nvPicPr>
          <p:cNvPr id="7" name="Content Placeholder 6"/>
          <p:cNvPicPr>
            <a:picLocks noGrp="1" noChangeAspect="1"/>
          </p:cNvPicPr>
          <p:nvPr>
            <p:ph idx="1"/>
          </p:nvPr>
        </p:nvPicPr>
        <p:blipFill>
          <a:blip r:embed="rId2"/>
          <a:stretch>
            <a:fillRect/>
          </a:stretch>
        </p:blipFill>
        <p:spPr>
          <a:xfrm>
            <a:off x="3803306" y="-4633"/>
            <a:ext cx="5610821" cy="6864396"/>
          </a:xfrm>
          <a:prstGeom prst="rect">
            <a:avLst/>
          </a:prstGeom>
        </p:spPr>
      </p:pic>
      <p:sp>
        <p:nvSpPr>
          <p:cNvPr id="3" name="Rectangle 2">
            <a:extLst>
              <a:ext uri="{FF2B5EF4-FFF2-40B4-BE49-F238E27FC236}">
                <a16:creationId xmlns:a16="http://schemas.microsoft.com/office/drawing/2014/main" id="{7755BCD5-5DD3-4BAB-967B-6B3D7778DEC7}"/>
              </a:ext>
            </a:extLst>
          </p:cNvPr>
          <p:cNvSpPr/>
          <p:nvPr/>
        </p:nvSpPr>
        <p:spPr>
          <a:xfrm>
            <a:off x="4165464" y="1533487"/>
            <a:ext cx="1438141" cy="38966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540F7B7-D443-45C3-95E6-0D62C165C7CE}"/>
              </a:ext>
            </a:extLst>
          </p:cNvPr>
          <p:cNvSpPr txBox="1"/>
          <p:nvPr/>
        </p:nvSpPr>
        <p:spPr>
          <a:xfrm>
            <a:off x="5636286" y="1516740"/>
            <a:ext cx="26102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i="1">
                <a:solidFill>
                  <a:srgbClr val="40BAD2"/>
                </a:solidFill>
              </a:rPr>
              <a:t>The details of Name, IC number and Matric ID are correct</a:t>
            </a:r>
            <a:endParaRPr lang="en-US"/>
          </a:p>
        </p:txBody>
      </p:sp>
      <p:sp>
        <p:nvSpPr>
          <p:cNvPr id="6" name="Rectangle 5">
            <a:extLst>
              <a:ext uri="{FF2B5EF4-FFF2-40B4-BE49-F238E27FC236}">
                <a16:creationId xmlns:a16="http://schemas.microsoft.com/office/drawing/2014/main" id="{C9D60DDF-CE30-45FE-8C61-97D625A28E1F}"/>
              </a:ext>
            </a:extLst>
          </p:cNvPr>
          <p:cNvSpPr/>
          <p:nvPr/>
        </p:nvSpPr>
        <p:spPr>
          <a:xfrm>
            <a:off x="5680998" y="3132667"/>
            <a:ext cx="1438141" cy="17779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740CA25-4CE8-4A1A-B782-BE09509F4415}"/>
              </a:ext>
            </a:extLst>
          </p:cNvPr>
          <p:cNvSpPr txBox="1"/>
          <p:nvPr/>
        </p:nvSpPr>
        <p:spPr>
          <a:xfrm>
            <a:off x="7119139" y="3079634"/>
            <a:ext cx="14381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i="1">
                <a:solidFill>
                  <a:srgbClr val="40BAD2"/>
                </a:solidFill>
              </a:rPr>
              <a:t>Ensure the start date is correct</a:t>
            </a:r>
            <a:endParaRPr lang="en-US"/>
          </a:p>
        </p:txBody>
      </p:sp>
      <p:sp>
        <p:nvSpPr>
          <p:cNvPr id="10" name="TextBox 9">
            <a:extLst>
              <a:ext uri="{FF2B5EF4-FFF2-40B4-BE49-F238E27FC236}">
                <a16:creationId xmlns:a16="http://schemas.microsoft.com/office/drawing/2014/main" id="{5798E7E5-B7FC-45AB-94DA-DD9E7CC95EC2}"/>
              </a:ext>
            </a:extLst>
          </p:cNvPr>
          <p:cNvSpPr txBox="1"/>
          <p:nvPr/>
        </p:nvSpPr>
        <p:spPr>
          <a:xfrm>
            <a:off x="7119139" y="5317990"/>
            <a:ext cx="14381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i="1">
                <a:solidFill>
                  <a:srgbClr val="40BAD2"/>
                </a:solidFill>
              </a:rPr>
              <a:t>The name of the current LI  Coordinator</a:t>
            </a:r>
            <a:endParaRPr lang="en-US"/>
          </a:p>
        </p:txBody>
      </p:sp>
      <p:sp>
        <p:nvSpPr>
          <p:cNvPr id="11" name="Rectangle 10">
            <a:extLst>
              <a:ext uri="{FF2B5EF4-FFF2-40B4-BE49-F238E27FC236}">
                <a16:creationId xmlns:a16="http://schemas.microsoft.com/office/drawing/2014/main" id="{32A2625C-0151-4CA8-975D-9CB709CC6129}"/>
              </a:ext>
            </a:extLst>
          </p:cNvPr>
          <p:cNvSpPr/>
          <p:nvPr/>
        </p:nvSpPr>
        <p:spPr>
          <a:xfrm>
            <a:off x="5680998" y="5289511"/>
            <a:ext cx="1438141" cy="518622"/>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116F57-1B26-44E2-8942-0B04278DB32A}"/>
              </a:ext>
            </a:extLst>
          </p:cNvPr>
          <p:cNvSpPr/>
          <p:nvPr/>
        </p:nvSpPr>
        <p:spPr>
          <a:xfrm>
            <a:off x="4165463" y="6419286"/>
            <a:ext cx="1438141" cy="235513"/>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DC5DEDB-81A3-41ED-B51D-CD236BAD9AB6}"/>
              </a:ext>
            </a:extLst>
          </p:cNvPr>
          <p:cNvSpPr txBox="1"/>
          <p:nvPr/>
        </p:nvSpPr>
        <p:spPr>
          <a:xfrm>
            <a:off x="5625768" y="6419286"/>
            <a:ext cx="1438141"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i="1">
                <a:solidFill>
                  <a:srgbClr val="40BAD2"/>
                </a:solidFill>
              </a:rPr>
              <a:t>The name of the Dean</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918" y="1123837"/>
            <a:ext cx="3060649" cy="4601183"/>
          </a:xfrm>
        </p:spPr>
        <p:txBody>
          <a:bodyPr/>
          <a:lstStyle/>
          <a:p>
            <a:pPr algn="ctr"/>
            <a:r>
              <a:rPr lang="en-MY">
                <a:latin typeface="Arial Rounded MT Bold"/>
              </a:rPr>
              <a:t>b. Registration Confirmation</a:t>
            </a:r>
            <a:br>
              <a:rPr lang="en-MY"/>
            </a:br>
            <a:r>
              <a:rPr lang="en-MY">
                <a:latin typeface="Arial Rounded MT Bold"/>
              </a:rPr>
              <a:t>(Form A) </a:t>
            </a:r>
            <a:r>
              <a:rPr lang="en-MY" sz="2400">
                <a:latin typeface="Arial Rounded MT Bold"/>
              </a:rPr>
              <a:t>(download from </a:t>
            </a:r>
            <a:r>
              <a:rPr lang="en-MY" sz="2400" err="1">
                <a:latin typeface="Arial Rounded MT Bold"/>
              </a:rPr>
              <a:t>ULearn</a:t>
            </a:r>
            <a:r>
              <a:rPr lang="en-MY" sz="2400">
                <a:latin typeface="Arial Rounded MT Bold"/>
              </a:rPr>
              <a:t>)</a:t>
            </a:r>
            <a:br>
              <a:rPr lang="en-MY" sz="2400">
                <a:latin typeface="Arial Rounded MT Bold"/>
              </a:rPr>
            </a:br>
            <a:endParaRPr lang="en-MY" sz="2400">
              <a:latin typeface="Arial Rounded MT Bold"/>
            </a:endParaRPr>
          </a:p>
        </p:txBody>
      </p:sp>
      <p:pic>
        <p:nvPicPr>
          <p:cNvPr id="4" name="Content Placeholder 3"/>
          <p:cNvPicPr>
            <a:picLocks noGrp="1" noChangeAspect="1"/>
          </p:cNvPicPr>
          <p:nvPr>
            <p:ph idx="1"/>
          </p:nvPr>
        </p:nvPicPr>
        <p:blipFill>
          <a:blip r:embed="rId2"/>
          <a:stretch>
            <a:fillRect/>
          </a:stretch>
        </p:blipFill>
        <p:spPr>
          <a:xfrm>
            <a:off x="4167223" y="45157"/>
            <a:ext cx="5490563" cy="6913385"/>
          </a:xfrm>
          <a:prstGeom prst="rect">
            <a:avLst/>
          </a:prstGeom>
        </p:spPr>
      </p:pic>
    </p:spTree>
    <p:extLst>
      <p:ext uri="{BB962C8B-B14F-4D97-AF65-F5344CB8AC3E}">
        <p14:creationId xmlns:p14="http://schemas.microsoft.com/office/powerpoint/2010/main" val="2677410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c. </a:t>
            </a:r>
            <a:br>
              <a:rPr lang="en-MY">
                <a:latin typeface="Arial Rounded MT Bold"/>
              </a:rPr>
            </a:br>
            <a:r>
              <a:rPr lang="en-US">
                <a:latin typeface="Arial Rounded MT Bold"/>
              </a:rPr>
              <a:t>Change of Industrial Training Company Address</a:t>
            </a:r>
            <a:br>
              <a:rPr lang="en-US"/>
            </a:br>
            <a:r>
              <a:rPr lang="en-US">
                <a:latin typeface="Arial Rounded MT Bold"/>
              </a:rPr>
              <a:t>(Form B)</a:t>
            </a:r>
            <a:br>
              <a:rPr lang="en-US">
                <a:latin typeface="Arial Rounded MT Bold"/>
              </a:rPr>
            </a:br>
            <a:r>
              <a:rPr lang="en-MY" sz="2400">
                <a:latin typeface="Arial Rounded MT Bold"/>
              </a:rPr>
              <a:t>(download from </a:t>
            </a:r>
            <a:r>
              <a:rPr lang="en-MY" sz="2400" err="1">
                <a:latin typeface="Arial Rounded MT Bold"/>
              </a:rPr>
              <a:t>ULearn</a:t>
            </a:r>
            <a:r>
              <a:rPr lang="en-MY" sz="2400">
                <a:latin typeface="Arial Rounded MT Bold"/>
              </a:rPr>
              <a:t>)</a:t>
            </a:r>
          </a:p>
        </p:txBody>
      </p:sp>
      <p:pic>
        <p:nvPicPr>
          <p:cNvPr id="5" name="Content Placeholder 4"/>
          <p:cNvPicPr>
            <a:picLocks noGrp="1" noChangeAspect="1"/>
          </p:cNvPicPr>
          <p:nvPr>
            <p:ph idx="1"/>
          </p:nvPr>
        </p:nvPicPr>
        <p:blipFill>
          <a:blip r:embed="rId2"/>
          <a:stretch>
            <a:fillRect/>
          </a:stretch>
        </p:blipFill>
        <p:spPr>
          <a:xfrm>
            <a:off x="4414570" y="-267893"/>
            <a:ext cx="5914125" cy="7399019"/>
          </a:xfrm>
          <a:prstGeom prst="rect">
            <a:avLst/>
          </a:prstGeom>
        </p:spPr>
      </p:pic>
    </p:spTree>
    <p:extLst>
      <p:ext uri="{BB962C8B-B14F-4D97-AF65-F5344CB8AC3E}">
        <p14:creationId xmlns:p14="http://schemas.microsoft.com/office/powerpoint/2010/main" val="4195078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918" y="1123837"/>
            <a:ext cx="3086629" cy="4601183"/>
          </a:xfrm>
        </p:spPr>
        <p:txBody>
          <a:bodyPr/>
          <a:lstStyle/>
          <a:p>
            <a:pPr algn="ctr"/>
            <a:r>
              <a:rPr lang="en-MY">
                <a:latin typeface="Arial Rounded MT Bold"/>
              </a:rPr>
              <a:t>d. </a:t>
            </a:r>
            <a:br>
              <a:rPr lang="en-MY">
                <a:latin typeface="Arial Rounded MT Bold"/>
              </a:rPr>
            </a:br>
            <a:r>
              <a:rPr lang="en-US">
                <a:latin typeface="Arial Rounded MT Bold"/>
              </a:rPr>
              <a:t>Student Group Insurance Cover Letter </a:t>
            </a:r>
            <a:r>
              <a:rPr lang="en-MY" sz="2400">
                <a:latin typeface="Arial Rounded MT Bold"/>
              </a:rPr>
              <a:t>(download from SILI)</a:t>
            </a:r>
          </a:p>
        </p:txBody>
      </p:sp>
      <p:pic>
        <p:nvPicPr>
          <p:cNvPr id="7" name="Picture 6" descr="Text, letter, email&#10;&#10;Description automatically generated">
            <a:extLst>
              <a:ext uri="{FF2B5EF4-FFF2-40B4-BE49-F238E27FC236}">
                <a16:creationId xmlns:a16="http://schemas.microsoft.com/office/drawing/2014/main" id="{96542187-4988-47C6-8A83-8B8C9FD9AE7A}"/>
              </a:ext>
            </a:extLst>
          </p:cNvPr>
          <p:cNvPicPr>
            <a:picLocks noChangeAspect="1"/>
          </p:cNvPicPr>
          <p:nvPr/>
        </p:nvPicPr>
        <p:blipFill>
          <a:blip r:embed="rId2"/>
          <a:stretch>
            <a:fillRect/>
          </a:stretch>
        </p:blipFill>
        <p:spPr>
          <a:xfrm>
            <a:off x="3560445" y="0"/>
            <a:ext cx="6838950" cy="68389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63ACA-D629-4A12-B1FE-48E276317766}"/>
              </a:ext>
            </a:extLst>
          </p:cNvPr>
          <p:cNvSpPr>
            <a:spLocks noGrp="1"/>
          </p:cNvSpPr>
          <p:nvPr>
            <p:ph type="title"/>
          </p:nvPr>
        </p:nvSpPr>
        <p:spPr/>
        <p:txBody>
          <a:bodyPr/>
          <a:lstStyle/>
          <a:p>
            <a:pPr algn="ctr"/>
            <a:r>
              <a:rPr lang="en-US">
                <a:latin typeface="Arial Rounded MT Bold"/>
              </a:rPr>
              <a:t>Insurance Coverage</a:t>
            </a:r>
            <a:br>
              <a:rPr lang="en-US">
                <a:latin typeface="Arial Rounded MT Bold"/>
              </a:rPr>
            </a:br>
            <a:r>
              <a:rPr lang="en-MY" sz="2400">
                <a:latin typeface="Arial Rounded MT Bold"/>
              </a:rPr>
              <a:t>(download from SILI)</a:t>
            </a:r>
            <a:endParaRPr lang="en-MW" sz="2400">
              <a:latin typeface="Arial Rounded MT Bold"/>
            </a:endParaRPr>
          </a:p>
        </p:txBody>
      </p:sp>
      <p:sp>
        <p:nvSpPr>
          <p:cNvPr id="10" name="Rectangle 4">
            <a:extLst>
              <a:ext uri="{FF2B5EF4-FFF2-40B4-BE49-F238E27FC236}">
                <a16:creationId xmlns:a16="http://schemas.microsoft.com/office/drawing/2014/main" id="{AA211467-96B0-42F0-984E-717C4D89A620}"/>
              </a:ext>
            </a:extLst>
          </p:cNvPr>
          <p:cNvSpPr>
            <a:spLocks noChangeArrowheads="1"/>
          </p:cNvSpPr>
          <p:nvPr/>
        </p:nvSpPr>
        <p:spPr bwMode="auto">
          <a:xfrm>
            <a:off x="0" y="102921"/>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MW" altLang="en-MW"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747F7CBD-C7DF-4168-ACBD-7A216992134F}"/>
              </a:ext>
            </a:extLst>
          </p:cNvPr>
          <p:cNvSpPr txBox="1"/>
          <p:nvPr/>
        </p:nvSpPr>
        <p:spPr>
          <a:xfrm>
            <a:off x="3462746" y="864078"/>
            <a:ext cx="8288736" cy="5170646"/>
          </a:xfrm>
          <a:prstGeom prst="rect">
            <a:avLst/>
          </a:prstGeom>
          <a:noFill/>
        </p:spPr>
        <p:txBody>
          <a:bodyPr wrap="square" rtlCol="0">
            <a:spAutoFit/>
          </a:bodyPr>
          <a:lstStyle/>
          <a:p>
            <a:pPr algn="just"/>
            <a:r>
              <a:rPr lang="en-US" sz="1500" b="1" dirty="0">
                <a:latin typeface="Trebuchet MS" panose="020B0603020202020204" pitchFamily="34" charset="0"/>
                <a:cs typeface="Calibri"/>
              </a:rPr>
              <a:t>Subject: Inquiries regarding insurance coverage for LI students (overseas)</a:t>
            </a:r>
          </a:p>
          <a:p>
            <a:pPr algn="just"/>
            <a:endParaRPr lang="en-US" sz="1500" dirty="0">
              <a:latin typeface="Trebuchet MS" panose="020B0603020202020204" pitchFamily="34" charset="0"/>
              <a:cs typeface="Calibri"/>
            </a:endParaRPr>
          </a:p>
          <a:p>
            <a:pPr algn="just"/>
            <a:r>
              <a:rPr lang="en-US" sz="1500" dirty="0">
                <a:latin typeface="Trebuchet MS" panose="020B0603020202020204" pitchFamily="34" charset="0"/>
                <a:cs typeface="Calibri"/>
              </a:rPr>
              <a:t>After being referred to the Group Takaful Service Operator Panel Company for UTeM students, namely Syarikat Takaful Malaysia </a:t>
            </a:r>
            <a:r>
              <a:rPr lang="en-US" sz="1500" dirty="0" err="1">
                <a:latin typeface="Trebuchet MS" panose="020B0603020202020204" pitchFamily="34" charset="0"/>
                <a:cs typeface="Calibri"/>
              </a:rPr>
              <a:t>Berhad</a:t>
            </a:r>
            <a:r>
              <a:rPr lang="en-US" sz="1500" dirty="0">
                <a:latin typeface="Trebuchet MS" panose="020B0603020202020204" pitchFamily="34" charset="0"/>
                <a:cs typeface="Calibri"/>
              </a:rPr>
              <a:t>, it was informed that </a:t>
            </a:r>
            <a:r>
              <a:rPr lang="en-US" sz="1500" b="1" dirty="0">
                <a:latin typeface="Trebuchet MS" panose="020B0603020202020204" pitchFamily="34" charset="0"/>
                <a:cs typeface="Calibri"/>
              </a:rPr>
              <a:t>students are covered under Student Group Takaful Protection worldwide &amp; all the time (24/7) as long as the student has Active status</a:t>
            </a:r>
            <a:r>
              <a:rPr lang="en-US" sz="1500" dirty="0">
                <a:latin typeface="Trebuchet MS" panose="020B0603020202020204" pitchFamily="34" charset="0"/>
                <a:cs typeface="Calibri"/>
              </a:rPr>
              <a:t>, besides students also </a:t>
            </a:r>
            <a:r>
              <a:rPr lang="en-US" sz="1500" b="1" dirty="0">
                <a:latin typeface="Trebuchet MS" panose="020B0603020202020204" pitchFamily="34" charset="0"/>
                <a:cs typeface="Calibri"/>
              </a:rPr>
              <a:t>comply conditions of protection such as students do not violate local Laws if/ during any incident or disaster occurs.</a:t>
            </a:r>
          </a:p>
          <a:p>
            <a:pPr algn="just"/>
            <a:endParaRPr lang="en-US" sz="1500" dirty="0">
              <a:latin typeface="Trebuchet MS" panose="020B0603020202020204" pitchFamily="34" charset="0"/>
              <a:cs typeface="Calibri"/>
            </a:endParaRPr>
          </a:p>
          <a:p>
            <a:pPr algn="just"/>
            <a:r>
              <a:rPr lang="en-US" sz="1500" dirty="0">
                <a:latin typeface="Trebuchet MS" panose="020B0603020202020204" pitchFamily="34" charset="0"/>
                <a:cs typeface="Calibri"/>
              </a:rPr>
              <a:t>However, it should also be noted that Student Group Takaful coverage is not hospitalization coverage such as Medical Card, but it is only coverage such as Death/ Disability Compensation only as students only contribute RM10.00 per semester. </a:t>
            </a:r>
          </a:p>
          <a:p>
            <a:pPr algn="just"/>
            <a:endParaRPr lang="en-US" sz="1500" dirty="0">
              <a:latin typeface="Trebuchet MS" panose="020B0603020202020204" pitchFamily="34" charset="0"/>
              <a:cs typeface="Calibri"/>
            </a:endParaRPr>
          </a:p>
          <a:p>
            <a:pPr algn="just"/>
            <a:r>
              <a:rPr lang="en-US" sz="1500" dirty="0">
                <a:latin typeface="Trebuchet MS" panose="020B0603020202020204" pitchFamily="34" charset="0"/>
                <a:cs typeface="Calibri"/>
              </a:rPr>
              <a:t>In addition, if there are questions related to Student Insurance related to the requirements of Study Visa (Immigration Department) for International students. Therefore, detailed information related to the protection should be referred to the International Office under Mr. </a:t>
            </a:r>
            <a:r>
              <a:rPr lang="en-US" sz="1500" dirty="0" err="1">
                <a:latin typeface="Trebuchet MS" panose="020B0603020202020204" pitchFamily="34" charset="0"/>
                <a:cs typeface="Calibri"/>
              </a:rPr>
              <a:t>Deeno</a:t>
            </a:r>
            <a:r>
              <a:rPr lang="en-US" sz="1500" dirty="0">
                <a:latin typeface="Trebuchet MS" panose="020B0603020202020204" pitchFamily="34" charset="0"/>
                <a:cs typeface="Calibri"/>
              </a:rPr>
              <a:t> </a:t>
            </a:r>
            <a:r>
              <a:rPr lang="en-US" sz="1500" dirty="0" err="1">
                <a:latin typeface="Trebuchet MS" panose="020B0603020202020204" pitchFamily="34" charset="0"/>
                <a:cs typeface="Calibri"/>
              </a:rPr>
              <a:t>Aizad</a:t>
            </a:r>
            <a:r>
              <a:rPr lang="en-US" sz="1500" dirty="0">
                <a:latin typeface="Trebuchet MS" panose="020B0603020202020204" pitchFamily="34" charset="0"/>
                <a:cs typeface="Calibri"/>
              </a:rPr>
              <a:t> bin </a:t>
            </a:r>
            <a:r>
              <a:rPr lang="en-US" sz="1500" dirty="0" err="1">
                <a:latin typeface="Trebuchet MS" panose="020B0603020202020204" pitchFamily="34" charset="0"/>
                <a:cs typeface="Calibri"/>
              </a:rPr>
              <a:t>Abadi</a:t>
            </a:r>
            <a:r>
              <a:rPr lang="en-US" sz="1500" dirty="0">
                <a:latin typeface="Trebuchet MS" panose="020B0603020202020204" pitchFamily="34" charset="0"/>
                <a:cs typeface="Calibri"/>
              </a:rPr>
              <a:t> because it is managed by the International Office (International Office).</a:t>
            </a:r>
          </a:p>
          <a:p>
            <a:pPr algn="just"/>
            <a:endParaRPr lang="en-US" sz="1500" dirty="0">
              <a:latin typeface="Trebuchet MS" panose="020B0603020202020204" pitchFamily="34" charset="0"/>
              <a:cs typeface="Calibri"/>
            </a:endParaRPr>
          </a:p>
          <a:p>
            <a:pPr algn="just"/>
            <a:r>
              <a:rPr lang="en-US" sz="1500" dirty="0">
                <a:latin typeface="Trebuchet MS" panose="020B0603020202020204" pitchFamily="34" charset="0"/>
                <a:cs typeface="Calibri"/>
              </a:rPr>
              <a:t>I apologize for any inconvenience caused.</a:t>
            </a:r>
          </a:p>
          <a:p>
            <a:pPr algn="just"/>
            <a:endParaRPr lang="en-US" sz="1500" dirty="0">
              <a:latin typeface="Trebuchet MS" panose="020B0603020202020204" pitchFamily="34" charset="0"/>
              <a:cs typeface="Calibri"/>
            </a:endParaRPr>
          </a:p>
          <a:p>
            <a:pPr algn="just"/>
            <a:r>
              <a:rPr lang="en-US" sz="1500" dirty="0">
                <a:latin typeface="Trebuchet MS" panose="020B0603020202020204" pitchFamily="34" charset="0"/>
                <a:cs typeface="Calibri"/>
              </a:rPr>
              <a:t>Best Regards.</a:t>
            </a:r>
          </a:p>
          <a:p>
            <a:pPr algn="just"/>
            <a:r>
              <a:rPr lang="en-US" sz="1500" dirty="0">
                <a:latin typeface="Trebuchet MS" panose="020B0603020202020204" pitchFamily="34" charset="0"/>
                <a:cs typeface="Calibri"/>
              </a:rPr>
              <a:t>ABDUL MUSYRIF BIN MOHAMAD KHALIL (HEP)</a:t>
            </a:r>
            <a:endParaRPr lang="en-MW" sz="1500" dirty="0">
              <a:latin typeface="Trebuchet MS" panose="020B0603020202020204" pitchFamily="34" charset="0"/>
              <a:cs typeface="Calibri"/>
            </a:endParaRPr>
          </a:p>
        </p:txBody>
      </p:sp>
    </p:spTree>
    <p:extLst>
      <p:ext uri="{BB962C8B-B14F-4D97-AF65-F5344CB8AC3E}">
        <p14:creationId xmlns:p14="http://schemas.microsoft.com/office/powerpoint/2010/main" val="877911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a:off x="7534654" y="758952"/>
            <a:ext cx="4665257"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a:spLocks noGrp="1" noRot="1" noChangeAspect="1" noMove="1" noResize="1" noEditPoints="1" noAdjustHandles="1" noChangeArrowheads="1" noChangeShapeType="1" noTextEdit="1"/>
          </p:cNvSpPr>
          <p:nvPr/>
        </p:nvSpPr>
        <p:spPr>
          <a:xfrm>
            <a:off x="0" y="772832"/>
            <a:ext cx="1194619"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p:cNvSpPr>
            <a:spLocks noGrp="1"/>
          </p:cNvSpPr>
          <p:nvPr>
            <p:ph idx="1"/>
          </p:nvPr>
        </p:nvSpPr>
        <p:spPr>
          <a:xfrm>
            <a:off x="1394423" y="1134064"/>
            <a:ext cx="5849714" cy="3709089"/>
          </a:xfrm>
        </p:spPr>
        <p:txBody>
          <a:bodyPr anchor="b">
            <a:normAutofit/>
          </a:bodyPr>
          <a:lstStyle/>
          <a:p>
            <a:pPr marL="0" indent="0" algn="ctr">
              <a:buNone/>
            </a:pPr>
            <a:r>
              <a:rPr lang="en-MY" sz="4800">
                <a:solidFill>
                  <a:srgbClr val="000000"/>
                </a:solidFill>
                <a:latin typeface="Calibri"/>
                <a:cs typeface="Calibri"/>
              </a:rPr>
              <a:t>After student report duty and starts LI …</a:t>
            </a:r>
            <a:endParaRPr lang="en-US" sz="4000"/>
          </a:p>
          <a:p>
            <a:pPr marL="514350" indent="-514350" algn="ctr">
              <a:buFont typeface="+mj-lt"/>
              <a:buAutoNum type="arabicPeriod"/>
            </a:pPr>
            <a:endParaRPr lang="en-MY" sz="4800">
              <a:solidFill>
                <a:srgbClr val="000000"/>
              </a:solidFill>
              <a:latin typeface="Calibri"/>
              <a:cs typeface="Calibri"/>
            </a:endParaRPr>
          </a:p>
        </p:txBody>
      </p:sp>
    </p:spTree>
    <p:extLst>
      <p:ext uri="{BB962C8B-B14F-4D97-AF65-F5344CB8AC3E}">
        <p14:creationId xmlns:p14="http://schemas.microsoft.com/office/powerpoint/2010/main" val="38648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28A7E-D38A-4326-8A31-A17EF1A353D3}"/>
              </a:ext>
            </a:extLst>
          </p:cNvPr>
          <p:cNvSpPr>
            <a:spLocks noGrp="1"/>
          </p:cNvSpPr>
          <p:nvPr>
            <p:ph type="title"/>
          </p:nvPr>
        </p:nvSpPr>
        <p:spPr/>
        <p:txBody>
          <a:bodyPr/>
          <a:lstStyle/>
          <a:p>
            <a:r>
              <a:rPr lang="en-MY">
                <a:latin typeface="Arial Rounded MT Bold"/>
              </a:rPr>
              <a:t>One week after LI starts</a:t>
            </a:r>
            <a:endParaRPr lang="en-US">
              <a:latin typeface="Arial Rounded MT Bold"/>
            </a:endParaRPr>
          </a:p>
        </p:txBody>
      </p:sp>
      <p:sp>
        <p:nvSpPr>
          <p:cNvPr id="4" name="Slide Number Placeholder 3">
            <a:extLst>
              <a:ext uri="{FF2B5EF4-FFF2-40B4-BE49-F238E27FC236}">
                <a16:creationId xmlns:a16="http://schemas.microsoft.com/office/drawing/2014/main" id="{CA8BADFD-99C6-4CBC-ADE9-B3AC708E063A}"/>
              </a:ext>
            </a:extLst>
          </p:cNvPr>
          <p:cNvSpPr>
            <a:spLocks noGrp="1"/>
          </p:cNvSpPr>
          <p:nvPr>
            <p:ph type="sldNum" sz="quarter" idx="12"/>
          </p:nvPr>
        </p:nvSpPr>
        <p:spPr/>
        <p:txBody>
          <a:bodyPr/>
          <a:lstStyle/>
          <a:p>
            <a:fld id="{859B75E7-E1CB-467C-9093-73FD28EFE778}" type="slidenum">
              <a:rPr lang="en-MY" smtClean="0"/>
              <a:t>23</a:t>
            </a:fld>
            <a:endParaRPr lang="en-MY"/>
          </a:p>
        </p:txBody>
      </p:sp>
      <p:sp>
        <p:nvSpPr>
          <p:cNvPr id="6" name="Content Placeholder 5">
            <a:extLst>
              <a:ext uri="{FF2B5EF4-FFF2-40B4-BE49-F238E27FC236}">
                <a16:creationId xmlns:a16="http://schemas.microsoft.com/office/drawing/2014/main" id="{723CBEA8-77C4-43DD-8748-2EA3ACCA9C52}"/>
              </a:ext>
            </a:extLst>
          </p:cNvPr>
          <p:cNvSpPr>
            <a:spLocks noGrp="1"/>
          </p:cNvSpPr>
          <p:nvPr>
            <p:ph idx="1"/>
          </p:nvPr>
        </p:nvSpPr>
        <p:spPr/>
        <p:txBody>
          <a:bodyPr/>
          <a:lstStyle/>
          <a:p>
            <a:endParaRPr lang="en-US"/>
          </a:p>
        </p:txBody>
      </p:sp>
      <p:graphicFrame>
        <p:nvGraphicFramePr>
          <p:cNvPr id="8" name="Content Placeholder 2">
            <a:extLst>
              <a:ext uri="{FF2B5EF4-FFF2-40B4-BE49-F238E27FC236}">
                <a16:creationId xmlns:a16="http://schemas.microsoft.com/office/drawing/2014/main" id="{A1D10F2C-A1BA-4F6A-B3E4-E3F5D22AC723}"/>
              </a:ext>
            </a:extLst>
          </p:cNvPr>
          <p:cNvGraphicFramePr>
            <a:graphicFrameLocks/>
          </p:cNvGraphicFramePr>
          <p:nvPr>
            <p:extLst>
              <p:ext uri="{D42A27DB-BD31-4B8C-83A1-F6EECF244321}">
                <p14:modId xmlns:p14="http://schemas.microsoft.com/office/powerpoint/2010/main" val="3578781302"/>
              </p:ext>
            </p:extLst>
          </p:nvPr>
        </p:nvGraphicFramePr>
        <p:xfrm>
          <a:off x="3877172" y="783952"/>
          <a:ext cx="7293610" cy="50418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1765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28A7E-D38A-4326-8A31-A17EF1A353D3}"/>
              </a:ext>
            </a:extLst>
          </p:cNvPr>
          <p:cNvSpPr>
            <a:spLocks noGrp="1"/>
          </p:cNvSpPr>
          <p:nvPr>
            <p:ph type="title"/>
          </p:nvPr>
        </p:nvSpPr>
        <p:spPr/>
        <p:txBody>
          <a:bodyPr/>
          <a:lstStyle/>
          <a:p>
            <a:r>
              <a:rPr lang="en-US">
                <a:solidFill>
                  <a:srgbClr val="E00B0B"/>
                </a:solidFill>
                <a:latin typeface="Arial Rounded MT Bold"/>
              </a:rPr>
              <a:t>Important !!!</a:t>
            </a:r>
            <a:br>
              <a:rPr lang="en-US">
                <a:solidFill>
                  <a:srgbClr val="E00B0B"/>
                </a:solidFill>
                <a:latin typeface="Arial Rounded MT Bold"/>
              </a:rPr>
            </a:br>
            <a:br>
              <a:rPr lang="en-US">
                <a:latin typeface="Arial Rounded MT Bold"/>
              </a:rPr>
            </a:br>
            <a:r>
              <a:rPr lang="en-US">
                <a:latin typeface="Arial Rounded MT Bold"/>
              </a:rPr>
              <a:t>Job Scope</a:t>
            </a:r>
            <a:endParaRPr lang="en-MW">
              <a:latin typeface="Arial Rounded MT Bold"/>
            </a:endParaRPr>
          </a:p>
        </p:txBody>
      </p:sp>
      <p:sp>
        <p:nvSpPr>
          <p:cNvPr id="3" name="Content Placeholder 2">
            <a:extLst>
              <a:ext uri="{FF2B5EF4-FFF2-40B4-BE49-F238E27FC236}">
                <a16:creationId xmlns:a16="http://schemas.microsoft.com/office/drawing/2014/main" id="{6C7C9046-6774-4715-8778-AB3236287DD5}"/>
              </a:ext>
            </a:extLst>
          </p:cNvPr>
          <p:cNvSpPr>
            <a:spLocks noGrp="1"/>
          </p:cNvSpPr>
          <p:nvPr>
            <p:ph idx="1"/>
          </p:nvPr>
        </p:nvSpPr>
        <p:spPr>
          <a:xfrm>
            <a:off x="3897843" y="466725"/>
            <a:ext cx="7636932" cy="6254750"/>
          </a:xfrm>
        </p:spPr>
        <p:txBody>
          <a:bodyPr>
            <a:normAutofit/>
          </a:bodyPr>
          <a:lstStyle/>
          <a:p>
            <a:r>
              <a:rPr lang="en-US" sz="2400">
                <a:solidFill>
                  <a:schemeClr val="tx1"/>
                </a:solidFill>
                <a:latin typeface="Calibri"/>
                <a:cs typeface="Calibri"/>
              </a:rPr>
              <a:t>This must be </a:t>
            </a:r>
            <a:r>
              <a:rPr lang="en-US" sz="2400" b="1">
                <a:solidFill>
                  <a:schemeClr val="tx1"/>
                </a:solidFill>
                <a:latin typeface="Calibri"/>
                <a:cs typeface="Calibri"/>
              </a:rPr>
              <a:t>related to Computer Science/ IT task</a:t>
            </a:r>
          </a:p>
          <a:p>
            <a:r>
              <a:rPr lang="en-US" sz="2400">
                <a:solidFill>
                  <a:schemeClr val="tx1"/>
                </a:solidFill>
                <a:latin typeface="Calibri"/>
                <a:cs typeface="Calibri"/>
              </a:rPr>
              <a:t>Ensure that student is </a:t>
            </a:r>
            <a:r>
              <a:rPr lang="en-US" sz="2400" b="1">
                <a:solidFill>
                  <a:schemeClr val="tx1"/>
                </a:solidFill>
                <a:latin typeface="Calibri"/>
                <a:cs typeface="Calibri"/>
              </a:rPr>
              <a:t>at least involved in development of a small or medium scale project</a:t>
            </a:r>
            <a:r>
              <a:rPr lang="en-US" sz="2400">
                <a:solidFill>
                  <a:schemeClr val="tx1"/>
                </a:solidFill>
                <a:latin typeface="Calibri"/>
                <a:cs typeface="Calibri"/>
              </a:rPr>
              <a:t> for the internal use at the organization or external project in addition to the routine tasks for the grading purpose. </a:t>
            </a:r>
          </a:p>
          <a:p>
            <a:r>
              <a:rPr lang="en-US" sz="2400">
                <a:solidFill>
                  <a:schemeClr val="tx1"/>
                </a:solidFill>
                <a:latin typeface="Calibri"/>
                <a:cs typeface="Calibri"/>
              </a:rPr>
              <a:t>It could be a small or medium scale project that has been identified by the company to be developed (e.g., developing an organizational stock management system or an equipment maintenance log system). </a:t>
            </a:r>
          </a:p>
          <a:p>
            <a:r>
              <a:rPr lang="en-US" sz="2400" b="1">
                <a:solidFill>
                  <a:schemeClr val="tx1"/>
                </a:solidFill>
                <a:latin typeface="Calibri"/>
                <a:cs typeface="Calibri"/>
              </a:rPr>
              <a:t>BUT if there is none, the student MUST propose a suitable project with consent of the Industry SV</a:t>
            </a:r>
            <a:r>
              <a:rPr lang="en-US" sz="2400">
                <a:solidFill>
                  <a:schemeClr val="tx1"/>
                </a:solidFill>
                <a:latin typeface="Calibri"/>
                <a:cs typeface="Calibri"/>
              </a:rPr>
              <a:t>.</a:t>
            </a:r>
          </a:p>
        </p:txBody>
      </p:sp>
      <p:sp>
        <p:nvSpPr>
          <p:cNvPr id="4" name="Slide Number Placeholder 3">
            <a:extLst>
              <a:ext uri="{FF2B5EF4-FFF2-40B4-BE49-F238E27FC236}">
                <a16:creationId xmlns:a16="http://schemas.microsoft.com/office/drawing/2014/main" id="{CA8BADFD-99C6-4CBC-ADE9-B3AC708E063A}"/>
              </a:ext>
            </a:extLst>
          </p:cNvPr>
          <p:cNvSpPr>
            <a:spLocks noGrp="1"/>
          </p:cNvSpPr>
          <p:nvPr>
            <p:ph type="sldNum" sz="quarter" idx="12"/>
          </p:nvPr>
        </p:nvSpPr>
        <p:spPr/>
        <p:txBody>
          <a:bodyPr/>
          <a:lstStyle/>
          <a:p>
            <a:fld id="{859B75E7-E1CB-467C-9093-73FD28EFE778}" type="slidenum">
              <a:rPr lang="en-MY" smtClean="0"/>
              <a:t>24</a:t>
            </a:fld>
            <a:endParaRPr lang="en-MY"/>
          </a:p>
        </p:txBody>
      </p:sp>
    </p:spTree>
    <p:extLst>
      <p:ext uri="{BB962C8B-B14F-4D97-AF65-F5344CB8AC3E}">
        <p14:creationId xmlns:p14="http://schemas.microsoft.com/office/powerpoint/2010/main" val="39347570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i="1">
                <a:latin typeface="Arial Rounded MT Bold"/>
              </a:rPr>
              <a:t>Weekly Task:</a:t>
            </a:r>
            <a:br>
              <a:rPr lang="en-MY" i="1">
                <a:latin typeface="Arial Rounded MT Bold"/>
              </a:rPr>
            </a:br>
            <a:br>
              <a:rPr lang="en-MY" i="1">
                <a:latin typeface="Arial Rounded MT Bold"/>
              </a:rPr>
            </a:br>
            <a:r>
              <a:rPr lang="en-MY" i="1">
                <a:latin typeface="Arial Rounded MT Bold"/>
              </a:rPr>
              <a:t>Report daily activities in e-Logbook and upload in SILI</a:t>
            </a:r>
            <a:br>
              <a:rPr lang="en-MY">
                <a:latin typeface="+mn-lt"/>
              </a:rPr>
            </a:br>
            <a:endParaRPr lang="en-MY">
              <a:latin typeface="+mn-lt"/>
            </a:endParaRPr>
          </a:p>
        </p:txBody>
      </p:sp>
      <p:pic>
        <p:nvPicPr>
          <p:cNvPr id="5" name="Picture 6" descr="Graphical user interface, application&#10;&#10;Description automatically generated">
            <a:extLst>
              <a:ext uri="{FF2B5EF4-FFF2-40B4-BE49-F238E27FC236}">
                <a16:creationId xmlns:a16="http://schemas.microsoft.com/office/drawing/2014/main" id="{C51A902C-2B03-4CD1-B9A7-411C37927DA9}"/>
              </a:ext>
            </a:extLst>
          </p:cNvPr>
          <p:cNvPicPr>
            <a:picLocks noChangeAspect="1"/>
          </p:cNvPicPr>
          <p:nvPr/>
        </p:nvPicPr>
        <p:blipFill>
          <a:blip r:embed="rId3"/>
          <a:stretch>
            <a:fillRect/>
          </a:stretch>
        </p:blipFill>
        <p:spPr>
          <a:xfrm>
            <a:off x="3475310" y="1558679"/>
            <a:ext cx="8282672" cy="4230529"/>
          </a:xfrm>
          <a:prstGeom prst="rect">
            <a:avLst/>
          </a:prstGeom>
        </p:spPr>
      </p:pic>
      <p:sp>
        <p:nvSpPr>
          <p:cNvPr id="9" name="Rectangle 8">
            <a:extLst>
              <a:ext uri="{FF2B5EF4-FFF2-40B4-BE49-F238E27FC236}">
                <a16:creationId xmlns:a16="http://schemas.microsoft.com/office/drawing/2014/main" id="{B1A78187-31F1-4625-A559-CA898BAF3550}"/>
              </a:ext>
            </a:extLst>
          </p:cNvPr>
          <p:cNvSpPr/>
          <p:nvPr/>
        </p:nvSpPr>
        <p:spPr>
          <a:xfrm>
            <a:off x="3476625" y="4502150"/>
            <a:ext cx="1311275" cy="136525"/>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2E33F51-1213-4BF5-B302-46D0B0F4036E}"/>
              </a:ext>
            </a:extLst>
          </p:cNvPr>
          <p:cNvSpPr txBox="1"/>
          <p:nvPr/>
        </p:nvSpPr>
        <p:spPr>
          <a:xfrm>
            <a:off x="7863840" y="5980544"/>
            <a:ext cx="4096974" cy="646331"/>
          </a:xfrm>
          <a:prstGeom prst="rect">
            <a:avLst/>
          </a:prstGeom>
          <a:noFill/>
        </p:spPr>
        <p:txBody>
          <a:bodyPr wrap="square" lIns="91440" tIns="45720" rIns="91440" bIns="45720" rtlCol="0" anchor="t">
            <a:spAutoFit/>
          </a:bodyPr>
          <a:lstStyle/>
          <a:p>
            <a:r>
              <a:rPr lang="en-US" b="1"/>
              <a:t>** Report daily activity and combine into a weekly logbook. Upload here.</a:t>
            </a:r>
            <a:endParaRPr lang="en-MW" b="1"/>
          </a:p>
        </p:txBody>
      </p:sp>
      <p:sp>
        <p:nvSpPr>
          <p:cNvPr id="4" name="Arrow: Down 3">
            <a:extLst>
              <a:ext uri="{FF2B5EF4-FFF2-40B4-BE49-F238E27FC236}">
                <a16:creationId xmlns:a16="http://schemas.microsoft.com/office/drawing/2014/main" id="{D3A1252D-6EC0-4826-A4CF-0190D0BD697D}"/>
              </a:ext>
            </a:extLst>
          </p:cNvPr>
          <p:cNvSpPr/>
          <p:nvPr/>
        </p:nvSpPr>
        <p:spPr>
          <a:xfrm rot="12195913">
            <a:off x="10536866" y="5501736"/>
            <a:ext cx="255182" cy="4465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W"/>
          </a:p>
        </p:txBody>
      </p:sp>
      <p:sp>
        <p:nvSpPr>
          <p:cNvPr id="7" name="TextBox 6">
            <a:extLst>
              <a:ext uri="{FF2B5EF4-FFF2-40B4-BE49-F238E27FC236}">
                <a16:creationId xmlns:a16="http://schemas.microsoft.com/office/drawing/2014/main" id="{0BF2DA2C-7EC9-4428-86E4-7321F235D1AE}"/>
              </a:ext>
            </a:extLst>
          </p:cNvPr>
          <p:cNvSpPr txBox="1"/>
          <p:nvPr/>
        </p:nvSpPr>
        <p:spPr>
          <a:xfrm>
            <a:off x="7325360" y="3936144"/>
            <a:ext cx="4096974" cy="369332"/>
          </a:xfrm>
          <a:prstGeom prst="rect">
            <a:avLst/>
          </a:prstGeom>
          <a:noFill/>
        </p:spPr>
        <p:txBody>
          <a:bodyPr wrap="square" rtlCol="0">
            <a:spAutoFit/>
          </a:bodyPr>
          <a:lstStyle/>
          <a:p>
            <a:r>
              <a:rPr lang="en-US" b="1"/>
              <a:t>** Just a brief information</a:t>
            </a:r>
            <a:endParaRPr lang="en-MW" b="1"/>
          </a:p>
        </p:txBody>
      </p:sp>
    </p:spTree>
    <p:extLst>
      <p:ext uri="{BB962C8B-B14F-4D97-AF65-F5344CB8AC3E}">
        <p14:creationId xmlns:p14="http://schemas.microsoft.com/office/powerpoint/2010/main" val="42568784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Daily </a:t>
            </a:r>
            <a:br>
              <a:rPr lang="en-MY">
                <a:latin typeface="Arial Rounded MT Bold"/>
              </a:rPr>
            </a:br>
            <a:r>
              <a:rPr lang="en-MY">
                <a:latin typeface="Arial Rounded MT Bold"/>
              </a:rPr>
              <a:t>e</a:t>
            </a:r>
            <a:r>
              <a:rPr lang="en-MY" i="1">
                <a:latin typeface="Arial Rounded MT Bold"/>
              </a:rPr>
              <a:t>-Logbook Example</a:t>
            </a:r>
            <a:br>
              <a:rPr lang="en-MY"/>
            </a:br>
            <a:endParaRPr lang="en-MY">
              <a:latin typeface="Arial Rounded MT Bold"/>
            </a:endParaRPr>
          </a:p>
        </p:txBody>
      </p:sp>
      <p:sp>
        <p:nvSpPr>
          <p:cNvPr id="3" name="TextBox 2">
            <a:extLst>
              <a:ext uri="{FF2B5EF4-FFF2-40B4-BE49-F238E27FC236}">
                <a16:creationId xmlns:a16="http://schemas.microsoft.com/office/drawing/2014/main" id="{D2E33F51-1213-4BF5-B302-46D0B0F4036E}"/>
              </a:ext>
            </a:extLst>
          </p:cNvPr>
          <p:cNvSpPr txBox="1"/>
          <p:nvPr/>
        </p:nvSpPr>
        <p:spPr>
          <a:xfrm>
            <a:off x="4958080" y="5630645"/>
            <a:ext cx="4652236" cy="369332"/>
          </a:xfrm>
          <a:prstGeom prst="rect">
            <a:avLst/>
          </a:prstGeom>
          <a:noFill/>
        </p:spPr>
        <p:txBody>
          <a:bodyPr wrap="none" lIns="91440" tIns="45720" rIns="91440" bIns="45720" rtlCol="0" anchor="t">
            <a:spAutoFit/>
          </a:bodyPr>
          <a:lstStyle/>
          <a:p>
            <a:r>
              <a:rPr lang="en-US" b="1"/>
              <a:t>** Do not skip to upload the logbook weekly</a:t>
            </a:r>
            <a:endParaRPr lang="en-MW" b="1"/>
          </a:p>
        </p:txBody>
      </p:sp>
      <p:pic>
        <p:nvPicPr>
          <p:cNvPr id="6" name="Picture 5">
            <a:extLst>
              <a:ext uri="{FF2B5EF4-FFF2-40B4-BE49-F238E27FC236}">
                <a16:creationId xmlns:a16="http://schemas.microsoft.com/office/drawing/2014/main" id="{81470AED-9913-4FFC-9D39-2AD4BA4C97AB}"/>
              </a:ext>
            </a:extLst>
          </p:cNvPr>
          <p:cNvPicPr>
            <a:picLocks noChangeAspect="1"/>
          </p:cNvPicPr>
          <p:nvPr/>
        </p:nvPicPr>
        <p:blipFill>
          <a:blip r:embed="rId3"/>
          <a:stretch>
            <a:fillRect/>
          </a:stretch>
        </p:blipFill>
        <p:spPr>
          <a:xfrm>
            <a:off x="3680181" y="858023"/>
            <a:ext cx="7402984" cy="4401120"/>
          </a:xfrm>
          <a:prstGeom prst="rect">
            <a:avLst/>
          </a:prstGeom>
        </p:spPr>
      </p:pic>
    </p:spTree>
    <p:extLst>
      <p:ext uri="{BB962C8B-B14F-4D97-AF65-F5344CB8AC3E}">
        <p14:creationId xmlns:p14="http://schemas.microsoft.com/office/powerpoint/2010/main" val="40173339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What to write:</a:t>
            </a:r>
            <a:br>
              <a:rPr lang="en-MY">
                <a:latin typeface="Arial Rounded MT Bold"/>
              </a:rPr>
            </a:br>
            <a:br>
              <a:rPr lang="en-MY">
                <a:latin typeface="Arial Rounded MT Bold"/>
              </a:rPr>
            </a:br>
            <a:r>
              <a:rPr lang="en-MY" i="1">
                <a:latin typeface="Arial Rounded MT Bold"/>
              </a:rPr>
              <a:t>e-Logbook</a:t>
            </a:r>
            <a:br>
              <a:rPr lang="en-MY" i="1">
                <a:latin typeface="Arial Rounded MT Bold"/>
              </a:rPr>
            </a:br>
            <a:endParaRPr lang="en-MY">
              <a:ea typeface="+mj-lt"/>
              <a:cs typeface="+mj-lt"/>
            </a:endParaRPr>
          </a:p>
        </p:txBody>
      </p:sp>
      <p:sp>
        <p:nvSpPr>
          <p:cNvPr id="5" name="Content Placeholder 2"/>
          <p:cNvSpPr>
            <a:spLocks noGrp="1"/>
          </p:cNvSpPr>
          <p:nvPr>
            <p:ph idx="1"/>
          </p:nvPr>
        </p:nvSpPr>
        <p:spPr>
          <a:xfrm>
            <a:off x="3556920" y="283464"/>
            <a:ext cx="8425814" cy="6336792"/>
          </a:xfrm>
        </p:spPr>
        <p:txBody>
          <a:bodyPr>
            <a:noAutofit/>
          </a:bodyPr>
          <a:lstStyle/>
          <a:p>
            <a:pPr>
              <a:defRPr/>
            </a:pPr>
            <a:r>
              <a:rPr lang="en-US" altLang="en-US" sz="3000">
                <a:solidFill>
                  <a:srgbClr val="000000"/>
                </a:solidFill>
                <a:latin typeface="Calibri"/>
                <a:cs typeface="Calibri"/>
              </a:rPr>
              <a:t>Log all activities while undergoing the training</a:t>
            </a:r>
            <a:endParaRPr lang="en-US">
              <a:latin typeface="Calibri"/>
              <a:cs typeface="Calibri"/>
            </a:endParaRPr>
          </a:p>
          <a:p>
            <a:pPr>
              <a:defRPr/>
            </a:pPr>
            <a:r>
              <a:rPr lang="en-US" altLang="en-US" sz="3000">
                <a:solidFill>
                  <a:srgbClr val="000000"/>
                </a:solidFill>
                <a:latin typeface="Calibri"/>
                <a:cs typeface="Calibri"/>
              </a:rPr>
              <a:t>Record CLEARLY </a:t>
            </a:r>
            <a:r>
              <a:rPr lang="en-US" altLang="en-US" sz="3000">
                <a:solidFill>
                  <a:srgbClr val="0033CC"/>
                </a:solidFill>
                <a:latin typeface="Calibri"/>
                <a:cs typeface="Calibri"/>
              </a:rPr>
              <a:t>all activities and tasks</a:t>
            </a:r>
            <a:r>
              <a:rPr lang="en-US" altLang="en-US" sz="3000">
                <a:solidFill>
                  <a:srgbClr val="000000"/>
                </a:solidFill>
                <a:latin typeface="Calibri"/>
                <a:cs typeface="Calibri"/>
              </a:rPr>
              <a:t> carried out/assigned by Industry Supervisor (SV) on a daily basis in the e-Logbook</a:t>
            </a:r>
          </a:p>
          <a:p>
            <a:pPr>
              <a:defRPr/>
            </a:pPr>
            <a:r>
              <a:rPr lang="en-US" altLang="en-US" sz="3000">
                <a:solidFill>
                  <a:srgbClr val="000000"/>
                </a:solidFill>
                <a:latin typeface="Calibri"/>
                <a:cs typeface="Calibri"/>
              </a:rPr>
              <a:t>Ensure the </a:t>
            </a:r>
            <a:r>
              <a:rPr lang="en-US" altLang="en-US" sz="3000">
                <a:solidFill>
                  <a:schemeClr val="accent1"/>
                </a:solidFill>
                <a:latin typeface="Calibri"/>
                <a:cs typeface="Calibri"/>
              </a:rPr>
              <a:t>Industry SV inspect </a:t>
            </a:r>
            <a:r>
              <a:rPr lang="en-US" altLang="en-US" sz="3000">
                <a:solidFill>
                  <a:srgbClr val="000000"/>
                </a:solidFill>
                <a:latin typeface="Calibri"/>
                <a:cs typeface="Calibri"/>
              </a:rPr>
              <a:t>the e-Logbook weekly or in a period that has been agreed by the Industrial SV.</a:t>
            </a:r>
          </a:p>
          <a:p>
            <a:pPr>
              <a:defRPr/>
            </a:pPr>
            <a:r>
              <a:rPr lang="en-US" altLang="en-US" sz="3000">
                <a:solidFill>
                  <a:srgbClr val="000000"/>
                </a:solidFill>
                <a:latin typeface="Calibri"/>
                <a:cs typeface="Calibri"/>
              </a:rPr>
              <a:t>e-Logbook must be </a:t>
            </a:r>
            <a:r>
              <a:rPr lang="en-US" altLang="en-US" sz="3000">
                <a:solidFill>
                  <a:schemeClr val="accent1"/>
                </a:solidFill>
                <a:latin typeface="Calibri"/>
                <a:cs typeface="Calibri"/>
              </a:rPr>
              <a:t>verified by the Faculty SV </a:t>
            </a:r>
            <a:r>
              <a:rPr lang="en-US" altLang="en-US" sz="3000">
                <a:solidFill>
                  <a:srgbClr val="000000"/>
                </a:solidFill>
                <a:latin typeface="Calibri"/>
                <a:cs typeface="Calibri"/>
              </a:rPr>
              <a:t>at least one week after completing LI. </a:t>
            </a:r>
          </a:p>
        </p:txBody>
      </p:sp>
    </p:spTree>
    <p:extLst>
      <p:ext uri="{BB962C8B-B14F-4D97-AF65-F5344CB8AC3E}">
        <p14:creationId xmlns:p14="http://schemas.microsoft.com/office/powerpoint/2010/main" val="2188568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3" y="1037573"/>
            <a:ext cx="3450688" cy="4687447"/>
          </a:xfrm>
        </p:spPr>
        <p:txBody>
          <a:bodyPr/>
          <a:lstStyle/>
          <a:p>
            <a:pPr algn="ctr"/>
            <a:r>
              <a:rPr lang="en-MY">
                <a:latin typeface="Arial Rounded MT Bold"/>
              </a:rPr>
              <a:t>What to write:</a:t>
            </a:r>
            <a:br>
              <a:rPr lang="en-MY">
                <a:latin typeface="Arial Rounded MT Bold"/>
              </a:rPr>
            </a:br>
            <a:br>
              <a:rPr lang="en-MY">
                <a:latin typeface="Arial Rounded MT Bold"/>
              </a:rPr>
            </a:br>
            <a:r>
              <a:rPr lang="en-MY" i="1">
                <a:latin typeface="Arial Rounded MT Bold"/>
              </a:rPr>
              <a:t>e-Logbook</a:t>
            </a:r>
            <a:br>
              <a:rPr lang="en-MY" i="1">
                <a:latin typeface="Arial Rounded MT Bold"/>
              </a:rPr>
            </a:br>
            <a:endParaRPr lang="en-MY">
              <a:ea typeface="+mj-lt"/>
              <a:cs typeface="+mj-lt"/>
            </a:endParaRPr>
          </a:p>
        </p:txBody>
      </p:sp>
      <p:sp>
        <p:nvSpPr>
          <p:cNvPr id="6" name="Content Placeholder 2"/>
          <p:cNvSpPr>
            <a:spLocks noGrp="1"/>
          </p:cNvSpPr>
          <p:nvPr>
            <p:ph idx="1"/>
          </p:nvPr>
        </p:nvSpPr>
        <p:spPr>
          <a:xfrm>
            <a:off x="3551272" y="477982"/>
            <a:ext cx="8335927" cy="6007878"/>
          </a:xfrm>
        </p:spPr>
        <p:txBody>
          <a:bodyPr>
            <a:noAutofit/>
          </a:bodyPr>
          <a:lstStyle/>
          <a:p>
            <a:pPr marL="514350" indent="-514350">
              <a:lnSpc>
                <a:spcPct val="80000"/>
              </a:lnSpc>
              <a:buAutoNum type="alphaLcPeriod"/>
            </a:pPr>
            <a:r>
              <a:rPr lang="en-US" altLang="en-US" sz="2800">
                <a:solidFill>
                  <a:schemeClr val="tx1"/>
                </a:solidFill>
                <a:latin typeface="Calibri"/>
                <a:cs typeface="Calibri"/>
              </a:rPr>
              <a:t>Objectives of tasks</a:t>
            </a:r>
            <a:endParaRPr lang="en-US" sz="2800">
              <a:solidFill>
                <a:schemeClr val="tx1"/>
              </a:solidFill>
              <a:latin typeface="Calibri"/>
              <a:cs typeface="Calibri"/>
            </a:endParaRPr>
          </a:p>
          <a:p>
            <a:pPr marL="514350" indent="-514350">
              <a:lnSpc>
                <a:spcPct val="80000"/>
              </a:lnSpc>
              <a:buAutoNum type="alphaLcPeriod"/>
            </a:pPr>
            <a:r>
              <a:rPr lang="en-US" altLang="en-US" sz="2800">
                <a:solidFill>
                  <a:schemeClr val="tx1"/>
                </a:solidFill>
                <a:latin typeface="Calibri"/>
                <a:cs typeface="Calibri"/>
              </a:rPr>
              <a:t>Method of training provided</a:t>
            </a:r>
          </a:p>
          <a:p>
            <a:pPr marL="514350" indent="-514350">
              <a:lnSpc>
                <a:spcPct val="80000"/>
              </a:lnSpc>
              <a:buAutoNum type="alphaLcPeriod"/>
            </a:pPr>
            <a:r>
              <a:rPr lang="en-US" altLang="en-US" sz="2800">
                <a:solidFill>
                  <a:schemeClr val="tx1"/>
                </a:solidFill>
                <a:latin typeface="Calibri"/>
                <a:cs typeface="Calibri"/>
              </a:rPr>
              <a:t>Describe each training task undertaken</a:t>
            </a:r>
          </a:p>
          <a:p>
            <a:pPr marL="514350" indent="-514350">
              <a:lnSpc>
                <a:spcPct val="80000"/>
              </a:lnSpc>
              <a:buAutoNum type="alphaLcPeriod"/>
            </a:pPr>
            <a:r>
              <a:rPr lang="en-US" altLang="en-US" sz="2800">
                <a:solidFill>
                  <a:schemeClr val="tx1"/>
                </a:solidFill>
                <a:latin typeface="Calibri"/>
                <a:cs typeface="Calibri"/>
              </a:rPr>
              <a:t>Describe methods, materials, processes, equipment</a:t>
            </a:r>
          </a:p>
          <a:p>
            <a:pPr marL="514350" indent="-514350">
              <a:lnSpc>
                <a:spcPct val="80000"/>
              </a:lnSpc>
              <a:buAutoNum type="alphaLcPeriod"/>
            </a:pPr>
            <a:r>
              <a:rPr lang="en-US" altLang="en-US" sz="2800">
                <a:solidFill>
                  <a:schemeClr val="tx1"/>
                </a:solidFill>
                <a:latin typeface="Calibri"/>
                <a:cs typeface="Calibri"/>
              </a:rPr>
              <a:t>Comments on knowledge and skills learned</a:t>
            </a:r>
          </a:p>
          <a:p>
            <a:pPr marL="514350" indent="-514350">
              <a:lnSpc>
                <a:spcPct val="80000"/>
              </a:lnSpc>
              <a:buAutoNum type="alphaLcPeriod"/>
            </a:pPr>
            <a:r>
              <a:rPr lang="en-US" altLang="en-US" sz="2800">
                <a:solidFill>
                  <a:schemeClr val="tx1"/>
                </a:solidFill>
                <a:latin typeface="Calibri"/>
                <a:cs typeface="Calibri"/>
              </a:rPr>
              <a:t>Should correspond to your final report</a:t>
            </a:r>
          </a:p>
          <a:p>
            <a:pPr marL="514350" indent="-514350">
              <a:lnSpc>
                <a:spcPct val="80000"/>
              </a:lnSpc>
              <a:buAutoNum type="alphaLcPeriod"/>
            </a:pPr>
            <a:r>
              <a:rPr lang="en-US" altLang="en-US" sz="2800">
                <a:solidFill>
                  <a:schemeClr val="tx1"/>
                </a:solidFill>
                <a:latin typeface="Calibri"/>
                <a:cs typeface="Calibri"/>
              </a:rPr>
              <a:t>State references (if any)</a:t>
            </a:r>
          </a:p>
          <a:p>
            <a:pPr marL="514350" indent="-514350">
              <a:lnSpc>
                <a:spcPct val="80000"/>
              </a:lnSpc>
              <a:buAutoNum type="alphaLcPeriod"/>
            </a:pPr>
            <a:r>
              <a:rPr lang="en-US" altLang="en-US" sz="2800">
                <a:solidFill>
                  <a:schemeClr val="tx1"/>
                </a:solidFill>
                <a:latin typeface="Calibri"/>
                <a:cs typeface="Calibri"/>
              </a:rPr>
              <a:t>Verified by Industry SV (Logbook Industrial Attachment Approval)</a:t>
            </a:r>
          </a:p>
          <a:p>
            <a:pPr marL="514350" indent="-514350">
              <a:lnSpc>
                <a:spcPct val="80000"/>
              </a:lnSpc>
              <a:buAutoNum type="alphaLcPeriod"/>
            </a:pPr>
            <a:r>
              <a:rPr lang="en-US" altLang="en-US" sz="2800">
                <a:solidFill>
                  <a:schemeClr val="tx1"/>
                </a:solidFill>
                <a:latin typeface="Calibri"/>
                <a:cs typeface="Calibri"/>
              </a:rPr>
              <a:t>Must be written in English</a:t>
            </a:r>
          </a:p>
          <a:p>
            <a:pPr marL="514350" indent="-514350">
              <a:lnSpc>
                <a:spcPct val="80000"/>
              </a:lnSpc>
              <a:buAutoNum type="alphaLcPeriod"/>
            </a:pPr>
            <a:r>
              <a:rPr lang="en-US" altLang="en-US" sz="2800">
                <a:solidFill>
                  <a:schemeClr val="tx1"/>
                </a:solidFill>
                <a:latin typeface="Calibri"/>
                <a:cs typeface="Calibri"/>
              </a:rPr>
              <a:t>Record of leave taken</a:t>
            </a:r>
          </a:p>
        </p:txBody>
      </p:sp>
    </p:spTree>
    <p:extLst>
      <p:ext uri="{BB962C8B-B14F-4D97-AF65-F5344CB8AC3E}">
        <p14:creationId xmlns:p14="http://schemas.microsoft.com/office/powerpoint/2010/main" val="12382726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solidFill>
                  <a:schemeClr val="bg1"/>
                </a:solidFill>
                <a:latin typeface="Arial Rounded MT Bold"/>
              </a:rPr>
              <a:t>During LI</a:t>
            </a:r>
            <a:endParaRPr lang="en-US"/>
          </a:p>
        </p:txBody>
      </p:sp>
      <p:sp>
        <p:nvSpPr>
          <p:cNvPr id="5" name="Content Placeholder 2"/>
          <p:cNvSpPr>
            <a:spLocks noGrp="1"/>
          </p:cNvSpPr>
          <p:nvPr>
            <p:ph idx="1"/>
          </p:nvPr>
        </p:nvSpPr>
        <p:spPr>
          <a:xfrm>
            <a:off x="3551272" y="233916"/>
            <a:ext cx="8335927" cy="6251944"/>
          </a:xfrm>
        </p:spPr>
        <p:txBody>
          <a:bodyPr>
            <a:noAutofit/>
          </a:bodyPr>
          <a:lstStyle/>
          <a:p>
            <a:pPr>
              <a:buFont typeface="Arial"/>
              <a:buChar char="•"/>
            </a:pPr>
            <a:r>
              <a:rPr lang="en-US" sz="2400">
                <a:solidFill>
                  <a:schemeClr val="tx1"/>
                </a:solidFill>
                <a:latin typeface="Calibri"/>
                <a:cs typeface="Calibri"/>
              </a:rPr>
              <a:t>Students are subjected to </a:t>
            </a:r>
            <a:r>
              <a:rPr lang="en-US" sz="2400" err="1">
                <a:solidFill>
                  <a:srgbClr val="0033CC"/>
                </a:solidFill>
                <a:latin typeface="Calibri"/>
                <a:cs typeface="Calibri"/>
              </a:rPr>
              <a:t>UTeM’s</a:t>
            </a:r>
            <a:r>
              <a:rPr lang="en-US" sz="2400">
                <a:solidFill>
                  <a:srgbClr val="0033CC"/>
                </a:solidFill>
                <a:latin typeface="Calibri"/>
                <a:cs typeface="Calibri"/>
              </a:rPr>
              <a:t> &amp; company’s rules &amp; regulations</a:t>
            </a:r>
            <a:r>
              <a:rPr lang="en-US" sz="2400">
                <a:solidFill>
                  <a:schemeClr val="tx1"/>
                </a:solidFill>
                <a:latin typeface="Calibri"/>
                <a:cs typeface="Calibri"/>
              </a:rPr>
              <a:t>.</a:t>
            </a:r>
            <a:endParaRPr lang="en-US" sz="2400">
              <a:solidFill>
                <a:schemeClr val="tx1"/>
              </a:solidFill>
              <a:ea typeface="+mn-lt"/>
              <a:cs typeface="+mn-lt"/>
            </a:endParaRPr>
          </a:p>
          <a:p>
            <a:pPr>
              <a:buFont typeface="Arial"/>
              <a:buChar char="•"/>
            </a:pPr>
            <a:r>
              <a:rPr lang="en-US" sz="2400">
                <a:solidFill>
                  <a:schemeClr val="tx1"/>
                </a:solidFill>
                <a:latin typeface="Calibri"/>
                <a:cs typeface="Calibri"/>
              </a:rPr>
              <a:t>Abide by </a:t>
            </a:r>
            <a:r>
              <a:rPr lang="en-US" sz="2400">
                <a:solidFill>
                  <a:srgbClr val="0033CC"/>
                </a:solidFill>
                <a:latin typeface="Calibri"/>
                <a:cs typeface="Calibri"/>
              </a:rPr>
              <a:t>company’s working hours</a:t>
            </a:r>
            <a:r>
              <a:rPr lang="en-US" sz="2400">
                <a:solidFill>
                  <a:schemeClr val="tx1"/>
                </a:solidFill>
                <a:latin typeface="Calibri"/>
                <a:cs typeface="Calibri"/>
              </a:rPr>
              <a:t>.</a:t>
            </a:r>
            <a:endParaRPr lang="en-US" sz="2400">
              <a:solidFill>
                <a:schemeClr val="tx1"/>
              </a:solidFill>
              <a:ea typeface="+mn-lt"/>
              <a:cs typeface="+mn-lt"/>
            </a:endParaRPr>
          </a:p>
          <a:p>
            <a:pPr>
              <a:buFont typeface="Arial"/>
              <a:buChar char="•"/>
            </a:pPr>
            <a:r>
              <a:rPr lang="en-US" sz="2400">
                <a:solidFill>
                  <a:schemeClr val="tx1"/>
                </a:solidFill>
                <a:latin typeface="Calibri"/>
                <a:cs typeface="Calibri"/>
              </a:rPr>
              <a:t>Record </a:t>
            </a:r>
            <a:r>
              <a:rPr lang="en-US" sz="2400">
                <a:solidFill>
                  <a:srgbClr val="0033CC"/>
                </a:solidFill>
                <a:latin typeface="Calibri"/>
                <a:cs typeface="Calibri"/>
              </a:rPr>
              <a:t>daily activities</a:t>
            </a:r>
            <a:r>
              <a:rPr lang="en-US" sz="2400">
                <a:solidFill>
                  <a:schemeClr val="tx1"/>
                </a:solidFill>
                <a:latin typeface="Calibri"/>
                <a:cs typeface="Calibri"/>
              </a:rPr>
              <a:t> in e-Logbook.</a:t>
            </a:r>
            <a:endParaRPr lang="en-US" sz="2400">
              <a:solidFill>
                <a:schemeClr val="tx1"/>
              </a:solidFill>
              <a:ea typeface="+mn-lt"/>
              <a:cs typeface="+mn-lt"/>
            </a:endParaRPr>
          </a:p>
          <a:p>
            <a:pPr>
              <a:buFont typeface="Arial"/>
              <a:buChar char="•"/>
            </a:pPr>
            <a:r>
              <a:rPr lang="en-US" altLang="en-US" sz="2400">
                <a:solidFill>
                  <a:schemeClr val="tx1"/>
                </a:solidFill>
                <a:latin typeface="Calibri"/>
                <a:cs typeface="Calibri"/>
              </a:rPr>
              <a:t>Not permitted to reveal </a:t>
            </a:r>
            <a:r>
              <a:rPr lang="en-US" altLang="en-US" sz="2400">
                <a:solidFill>
                  <a:srgbClr val="0033CC"/>
                </a:solidFill>
                <a:latin typeface="Calibri"/>
                <a:cs typeface="Calibri"/>
              </a:rPr>
              <a:t>confidential info</a:t>
            </a:r>
            <a:r>
              <a:rPr lang="en-US" altLang="en-US" sz="2400">
                <a:solidFill>
                  <a:schemeClr val="tx1"/>
                </a:solidFill>
                <a:latin typeface="Calibri"/>
                <a:cs typeface="Calibri"/>
              </a:rPr>
              <a:t> without consent of company.</a:t>
            </a:r>
            <a:endParaRPr lang="en-MY" sz="2400">
              <a:solidFill>
                <a:schemeClr val="tx1"/>
              </a:solidFill>
              <a:latin typeface="Calibri"/>
              <a:cs typeface="Calibri"/>
            </a:endParaRPr>
          </a:p>
          <a:p>
            <a:pPr>
              <a:buFont typeface="Arial"/>
              <a:buChar char="•"/>
            </a:pPr>
            <a:r>
              <a:rPr lang="en-US" altLang="en-US" sz="2400">
                <a:solidFill>
                  <a:schemeClr val="tx1"/>
                </a:solidFill>
                <a:latin typeface="Calibri"/>
                <a:cs typeface="Calibri"/>
              </a:rPr>
              <a:t>Inform Faculty SV/ LI Coordinator if there is </a:t>
            </a:r>
            <a:r>
              <a:rPr lang="en-US" altLang="en-US" sz="2400">
                <a:solidFill>
                  <a:srgbClr val="0033CC"/>
                </a:solidFill>
                <a:latin typeface="Calibri"/>
                <a:cs typeface="Calibri"/>
              </a:rPr>
              <a:t>any problem </a:t>
            </a:r>
            <a:r>
              <a:rPr lang="en-US" altLang="en-US" sz="2400">
                <a:solidFill>
                  <a:schemeClr val="tx1"/>
                </a:solidFill>
                <a:latin typeface="Calibri"/>
                <a:cs typeface="Calibri"/>
              </a:rPr>
              <a:t>e.g., health &amp; safety.</a:t>
            </a:r>
          </a:p>
          <a:p>
            <a:pPr>
              <a:buFont typeface="Arial"/>
              <a:buChar char="•"/>
            </a:pPr>
            <a:r>
              <a:rPr lang="en-US" altLang="en-US" sz="2400">
                <a:solidFill>
                  <a:schemeClr val="tx1"/>
                </a:solidFill>
                <a:latin typeface="Calibri"/>
                <a:cs typeface="Calibri"/>
              </a:rPr>
              <a:t>Inform faculty if there is any </a:t>
            </a:r>
            <a:r>
              <a:rPr lang="en-US" altLang="en-US" sz="2400">
                <a:solidFill>
                  <a:srgbClr val="0033CC"/>
                </a:solidFill>
                <a:latin typeface="Calibri"/>
                <a:cs typeface="Calibri"/>
              </a:rPr>
              <a:t>change of address</a:t>
            </a:r>
            <a:r>
              <a:rPr lang="en-US" altLang="en-US" sz="2400">
                <a:solidFill>
                  <a:schemeClr val="tx1"/>
                </a:solidFill>
                <a:latin typeface="Calibri"/>
                <a:cs typeface="Calibri"/>
              </a:rPr>
              <a:t>.</a:t>
            </a:r>
          </a:p>
          <a:p>
            <a:pPr>
              <a:buFont typeface="Arial"/>
              <a:buChar char="•"/>
            </a:pPr>
            <a:r>
              <a:rPr lang="en-US" altLang="en-US" sz="2400">
                <a:solidFill>
                  <a:schemeClr val="tx1"/>
                </a:solidFill>
                <a:latin typeface="Calibri"/>
                <a:cs typeface="Calibri"/>
              </a:rPr>
              <a:t>Regularly check </a:t>
            </a:r>
            <a:r>
              <a:rPr lang="en-US" altLang="en-US" sz="2400">
                <a:solidFill>
                  <a:srgbClr val="0033CC"/>
                </a:solidFill>
                <a:latin typeface="Calibri"/>
                <a:cs typeface="Calibri"/>
              </a:rPr>
              <a:t>ULearn &amp; FTMK Room FB</a:t>
            </a:r>
            <a:r>
              <a:rPr lang="en-US" altLang="en-US" sz="2400">
                <a:solidFill>
                  <a:schemeClr val="tx1"/>
                </a:solidFill>
                <a:latin typeface="Calibri"/>
                <a:cs typeface="Calibri"/>
              </a:rPr>
              <a:t> page for important announcements.</a:t>
            </a:r>
          </a:p>
          <a:p>
            <a:pPr>
              <a:buFont typeface="Arial"/>
              <a:buChar char="•"/>
            </a:pPr>
            <a:r>
              <a:rPr lang="en-US" altLang="en-US" sz="2400">
                <a:solidFill>
                  <a:srgbClr val="0033CC"/>
                </a:solidFill>
                <a:latin typeface="Calibri"/>
                <a:cs typeface="Calibri"/>
              </a:rPr>
              <a:t>Contact Faculty SV</a:t>
            </a:r>
            <a:r>
              <a:rPr lang="en-US" altLang="en-US" sz="2400">
                <a:solidFill>
                  <a:schemeClr val="tx1"/>
                </a:solidFill>
                <a:latin typeface="Calibri"/>
                <a:cs typeface="Calibri"/>
              </a:rPr>
              <a:t> once the List of Faculty SV is announced.</a:t>
            </a:r>
          </a:p>
          <a:p>
            <a:pPr>
              <a:buFont typeface="Arial"/>
              <a:buChar char="•"/>
            </a:pPr>
            <a:r>
              <a:rPr lang="en-US" altLang="en-US" sz="2400">
                <a:solidFill>
                  <a:schemeClr val="tx1"/>
                </a:solidFill>
                <a:cs typeface="Calibri"/>
              </a:rPr>
              <a:t>Alert the PIC if your </a:t>
            </a:r>
            <a:r>
              <a:rPr lang="en-US" altLang="en-US" sz="2400">
                <a:solidFill>
                  <a:srgbClr val="0033CC"/>
                </a:solidFill>
                <a:cs typeface="Calibri"/>
              </a:rPr>
              <a:t>name is not in the LI Supervision List</a:t>
            </a:r>
            <a:r>
              <a:rPr lang="en-US" altLang="en-US" sz="2400">
                <a:solidFill>
                  <a:schemeClr val="tx1"/>
                </a:solidFill>
                <a:cs typeface="Calibri"/>
              </a:rPr>
              <a:t>.</a:t>
            </a:r>
          </a:p>
        </p:txBody>
      </p:sp>
    </p:spTree>
    <p:extLst>
      <p:ext uri="{BB962C8B-B14F-4D97-AF65-F5344CB8AC3E}">
        <p14:creationId xmlns:p14="http://schemas.microsoft.com/office/powerpoint/2010/main" val="26639893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sz="3200">
                <a:solidFill>
                  <a:schemeClr val="bg1"/>
                </a:solidFill>
                <a:latin typeface="Arial Rounded MT Bold"/>
              </a:rPr>
              <a:t>During LI :</a:t>
            </a:r>
            <a:r>
              <a:rPr lang="en-MY" sz="3200">
                <a:solidFill>
                  <a:srgbClr val="FF0000"/>
                </a:solidFill>
                <a:latin typeface="Arial Rounded MT Bold"/>
              </a:rPr>
              <a:t> </a:t>
            </a:r>
            <a:r>
              <a:rPr lang="en-MY" sz="3200">
                <a:latin typeface="Arial Rounded MT Bold"/>
              </a:rPr>
              <a:t>Attendance Record &amp; Leave</a:t>
            </a:r>
          </a:p>
        </p:txBody>
      </p:sp>
      <p:sp>
        <p:nvSpPr>
          <p:cNvPr id="9" name="Content Placeholder 8">
            <a:extLst>
              <a:ext uri="{FF2B5EF4-FFF2-40B4-BE49-F238E27FC236}">
                <a16:creationId xmlns:a16="http://schemas.microsoft.com/office/drawing/2014/main" id="{4F6738CE-BC7D-4F3F-BD21-2A58B75B7467}"/>
              </a:ext>
            </a:extLst>
          </p:cNvPr>
          <p:cNvSpPr>
            <a:spLocks noGrp="1"/>
          </p:cNvSpPr>
          <p:nvPr>
            <p:ph idx="1"/>
          </p:nvPr>
        </p:nvSpPr>
        <p:spPr>
          <a:xfrm>
            <a:off x="3869268" y="772143"/>
            <a:ext cx="7315200" cy="5212605"/>
          </a:xfrm>
        </p:spPr>
        <p:txBody>
          <a:bodyPr>
            <a:normAutofit/>
          </a:bodyPr>
          <a:lstStyle/>
          <a:p>
            <a:r>
              <a:rPr lang="en-US" sz="2800" dirty="0">
                <a:solidFill>
                  <a:schemeClr val="accent1"/>
                </a:solidFill>
                <a:latin typeface="Calibri"/>
                <a:cs typeface="Calibri"/>
              </a:rPr>
              <a:t>WFH </a:t>
            </a:r>
            <a:r>
              <a:rPr lang="en-US" sz="2800" dirty="0">
                <a:solidFill>
                  <a:schemeClr val="tx1"/>
                </a:solidFill>
                <a:latin typeface="Calibri"/>
                <a:cs typeface="Calibri"/>
              </a:rPr>
              <a:t>– students may submit your </a:t>
            </a:r>
            <a:r>
              <a:rPr lang="en-US" sz="2800" u="sng" dirty="0">
                <a:solidFill>
                  <a:schemeClr val="tx1"/>
                </a:solidFill>
                <a:latin typeface="Calibri"/>
                <a:cs typeface="Calibri"/>
              </a:rPr>
              <a:t>attendance records</a:t>
            </a:r>
            <a:r>
              <a:rPr lang="en-US" sz="2800" dirty="0">
                <a:solidFill>
                  <a:schemeClr val="tx1"/>
                </a:solidFill>
                <a:latin typeface="Calibri"/>
                <a:cs typeface="Calibri"/>
              </a:rPr>
              <a:t> based on the method applied by the company’s.</a:t>
            </a:r>
          </a:p>
          <a:p>
            <a:r>
              <a:rPr lang="en-US" sz="2800" dirty="0">
                <a:solidFill>
                  <a:schemeClr val="accent1"/>
                </a:solidFill>
                <a:latin typeface="Calibri"/>
                <a:cs typeface="Calibri"/>
              </a:rPr>
              <a:t>Leave </a:t>
            </a:r>
            <a:r>
              <a:rPr lang="en-US" sz="2800" dirty="0">
                <a:solidFill>
                  <a:schemeClr val="tx1"/>
                </a:solidFill>
                <a:latin typeface="Calibri"/>
                <a:cs typeface="Calibri"/>
              </a:rPr>
              <a:t>– </a:t>
            </a:r>
            <a:r>
              <a:rPr lang="en-US" sz="2800" b="1" u="sng" dirty="0">
                <a:solidFill>
                  <a:schemeClr val="tx1"/>
                </a:solidFill>
                <a:latin typeface="Calibri"/>
                <a:cs typeface="Calibri"/>
              </a:rPr>
              <a:t>7 days</a:t>
            </a:r>
            <a:r>
              <a:rPr lang="en-US" sz="2800" dirty="0">
                <a:solidFill>
                  <a:schemeClr val="tx1"/>
                </a:solidFill>
                <a:latin typeface="Calibri"/>
                <a:cs typeface="Calibri"/>
              </a:rPr>
              <a:t>, applied only needed (with company’s approval).</a:t>
            </a:r>
          </a:p>
          <a:p>
            <a:r>
              <a:rPr lang="en-US" sz="2800" dirty="0">
                <a:solidFill>
                  <a:schemeClr val="tx1"/>
                </a:solidFill>
                <a:latin typeface="Calibri"/>
                <a:cs typeface="Calibri"/>
              </a:rPr>
              <a:t>All leaves must be recorded in Record of Leave / Record of Medical Leave.</a:t>
            </a:r>
          </a:p>
          <a:p>
            <a:r>
              <a:rPr lang="en-US" sz="2800" dirty="0">
                <a:solidFill>
                  <a:schemeClr val="accent1"/>
                </a:solidFill>
                <a:latin typeface="Calibri"/>
                <a:cs typeface="Calibri"/>
              </a:rPr>
              <a:t>Medical Leave</a:t>
            </a:r>
            <a:r>
              <a:rPr lang="en-US" sz="2800" dirty="0">
                <a:latin typeface="Calibri"/>
                <a:cs typeface="Calibri"/>
              </a:rPr>
              <a:t> </a:t>
            </a:r>
            <a:r>
              <a:rPr lang="en-US" sz="2800" dirty="0">
                <a:solidFill>
                  <a:schemeClr val="tx1"/>
                </a:solidFill>
                <a:latin typeface="Calibri"/>
                <a:cs typeface="Calibri"/>
              </a:rPr>
              <a:t>– required </a:t>
            </a:r>
            <a:r>
              <a:rPr lang="en-US" sz="2800" u="sng" dirty="0">
                <a:solidFill>
                  <a:schemeClr val="tx1"/>
                </a:solidFill>
                <a:latin typeface="Calibri"/>
                <a:cs typeface="Calibri"/>
              </a:rPr>
              <a:t>medical certificate (7 days)</a:t>
            </a:r>
            <a:r>
              <a:rPr lang="en-US" sz="2800" dirty="0">
                <a:solidFill>
                  <a:schemeClr val="tx1"/>
                </a:solidFill>
                <a:latin typeface="Calibri"/>
                <a:cs typeface="Calibri"/>
              </a:rPr>
              <a:t>.</a:t>
            </a:r>
          </a:p>
          <a:p>
            <a:r>
              <a:rPr lang="en-US" sz="2800" dirty="0">
                <a:solidFill>
                  <a:schemeClr val="tx1"/>
                </a:solidFill>
                <a:latin typeface="Calibri"/>
                <a:cs typeface="Calibri"/>
              </a:rPr>
              <a:t>Company to </a:t>
            </a:r>
            <a:r>
              <a:rPr lang="en-US" sz="2800" u="sng" dirty="0">
                <a:solidFill>
                  <a:schemeClr val="tx1"/>
                </a:solidFill>
                <a:latin typeface="Calibri"/>
                <a:cs typeface="Calibri"/>
              </a:rPr>
              <a:t>release students for faculty matters</a:t>
            </a:r>
            <a:r>
              <a:rPr lang="en-US" sz="2800" dirty="0">
                <a:solidFill>
                  <a:schemeClr val="tx1"/>
                </a:solidFill>
                <a:latin typeface="Calibri"/>
                <a:cs typeface="Calibri"/>
              </a:rPr>
              <a:t>; get letter from University.</a:t>
            </a:r>
          </a:p>
        </p:txBody>
      </p:sp>
    </p:spTree>
    <p:extLst>
      <p:ext uri="{BB962C8B-B14F-4D97-AF65-F5344CB8AC3E}">
        <p14:creationId xmlns:p14="http://schemas.microsoft.com/office/powerpoint/2010/main" val="36645306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918" y="1123837"/>
            <a:ext cx="3086629" cy="4601183"/>
          </a:xfrm>
        </p:spPr>
        <p:txBody>
          <a:bodyPr/>
          <a:lstStyle/>
          <a:p>
            <a:pPr algn="ctr"/>
            <a:r>
              <a:rPr lang="en-US">
                <a:latin typeface="Arial Rounded MT Bold"/>
              </a:rPr>
              <a:t>Record of Leave </a:t>
            </a:r>
            <a:br>
              <a:rPr lang="en-US">
                <a:latin typeface="Arial Rounded MT Bold"/>
              </a:rPr>
            </a:br>
            <a:r>
              <a:rPr lang="en-US" sz="2400">
                <a:latin typeface="Arial Rounded MT Bold"/>
              </a:rPr>
              <a:t>(only for important event)</a:t>
            </a:r>
            <a:endParaRPr lang="en-MY" sz="3200">
              <a:solidFill>
                <a:schemeClr val="bg1"/>
              </a:solidFill>
              <a:latin typeface="Arial Rounded MT Bold"/>
            </a:endParaRPr>
          </a:p>
        </p:txBody>
      </p:sp>
      <p:pic>
        <p:nvPicPr>
          <p:cNvPr id="6" name="Picture 5"/>
          <p:cNvPicPr>
            <a:picLocks noChangeAspect="1"/>
          </p:cNvPicPr>
          <p:nvPr/>
        </p:nvPicPr>
        <p:blipFill>
          <a:blip r:embed="rId2"/>
          <a:stretch>
            <a:fillRect/>
          </a:stretch>
        </p:blipFill>
        <p:spPr>
          <a:xfrm>
            <a:off x="3339547" y="649427"/>
            <a:ext cx="8207692" cy="5520690"/>
          </a:xfrm>
          <a:prstGeom prst="rect">
            <a:avLst/>
          </a:prstGeom>
        </p:spPr>
      </p:pic>
    </p:spTree>
    <p:extLst>
      <p:ext uri="{BB962C8B-B14F-4D97-AF65-F5344CB8AC3E}">
        <p14:creationId xmlns:p14="http://schemas.microsoft.com/office/powerpoint/2010/main" val="3632806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918" y="1123837"/>
            <a:ext cx="3086629" cy="4601183"/>
          </a:xfrm>
        </p:spPr>
        <p:txBody>
          <a:bodyPr/>
          <a:lstStyle/>
          <a:p>
            <a:pPr algn="ctr"/>
            <a:r>
              <a:rPr lang="en-US">
                <a:latin typeface="Arial Rounded MT Bold"/>
              </a:rPr>
              <a:t>Record of Medical Leave</a:t>
            </a:r>
            <a:endParaRPr lang="en-MY">
              <a:solidFill>
                <a:schemeClr val="bg1"/>
              </a:solidFill>
              <a:latin typeface="Arial Rounded MT Bold"/>
            </a:endParaRPr>
          </a:p>
        </p:txBody>
      </p:sp>
      <p:pic>
        <p:nvPicPr>
          <p:cNvPr id="7" name="Picture 6"/>
          <p:cNvPicPr>
            <a:picLocks noChangeAspect="1"/>
          </p:cNvPicPr>
          <p:nvPr/>
        </p:nvPicPr>
        <p:blipFill>
          <a:blip r:embed="rId2"/>
          <a:stretch>
            <a:fillRect/>
          </a:stretch>
        </p:blipFill>
        <p:spPr>
          <a:xfrm>
            <a:off x="3614314" y="360951"/>
            <a:ext cx="8138160" cy="5905500"/>
          </a:xfrm>
          <a:prstGeom prst="rect">
            <a:avLst/>
          </a:prstGeom>
        </p:spPr>
      </p:pic>
    </p:spTree>
    <p:extLst>
      <p:ext uri="{BB962C8B-B14F-4D97-AF65-F5344CB8AC3E}">
        <p14:creationId xmlns:p14="http://schemas.microsoft.com/office/powerpoint/2010/main" val="42494158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MY"/>
            </a:br>
            <a:r>
              <a:rPr lang="en-MY">
                <a:solidFill>
                  <a:srgbClr val="FF0000"/>
                </a:solidFill>
                <a:latin typeface="Arial Rounded MT Bold"/>
              </a:rPr>
              <a:t> </a:t>
            </a:r>
            <a:r>
              <a:rPr lang="en-MY">
                <a:latin typeface="Arial Rounded MT Bold"/>
              </a:rPr>
              <a:t>What should I do if ….?</a:t>
            </a:r>
            <a:br>
              <a:rPr lang="en-MY"/>
            </a:br>
            <a:br>
              <a:rPr lang="en-MY">
                <a:latin typeface="Arial Rounded MT Bold"/>
              </a:rPr>
            </a:br>
            <a:r>
              <a:rPr lang="en-MY" i="1">
                <a:solidFill>
                  <a:schemeClr val="bg1"/>
                </a:solidFill>
                <a:latin typeface="Arial Rounded MT Bold"/>
              </a:rPr>
              <a:t>Accidents</a:t>
            </a:r>
          </a:p>
        </p:txBody>
      </p:sp>
      <p:sp>
        <p:nvSpPr>
          <p:cNvPr id="3" name="Content Placeholder 2"/>
          <p:cNvSpPr>
            <a:spLocks noGrp="1"/>
          </p:cNvSpPr>
          <p:nvPr>
            <p:ph idx="1"/>
          </p:nvPr>
        </p:nvSpPr>
        <p:spPr>
          <a:xfrm>
            <a:off x="3592821" y="623440"/>
            <a:ext cx="8190470" cy="5585974"/>
          </a:xfrm>
        </p:spPr>
        <p:txBody>
          <a:bodyPr>
            <a:noAutofit/>
          </a:bodyPr>
          <a:lstStyle/>
          <a:p>
            <a:pPr>
              <a:defRPr/>
            </a:pPr>
            <a:r>
              <a:rPr lang="en-US" sz="2400" dirty="0">
                <a:solidFill>
                  <a:schemeClr val="tx1"/>
                </a:solidFill>
                <a:latin typeface="Calibri"/>
                <a:cs typeface="Calibri"/>
              </a:rPr>
              <a:t>Inform your </a:t>
            </a:r>
            <a:r>
              <a:rPr lang="en-US" sz="2400" dirty="0">
                <a:solidFill>
                  <a:srgbClr val="003399"/>
                </a:solidFill>
                <a:latin typeface="Calibri"/>
                <a:cs typeface="Calibri"/>
              </a:rPr>
              <a:t>Industry SV and Faculty SV</a:t>
            </a:r>
            <a:r>
              <a:rPr lang="en-US" sz="2400" dirty="0">
                <a:solidFill>
                  <a:schemeClr val="tx1"/>
                </a:solidFill>
                <a:latin typeface="Calibri"/>
                <a:cs typeface="Calibri"/>
              </a:rPr>
              <a:t> immediately.</a:t>
            </a:r>
            <a:endParaRPr lang="en-US" sz="2400" dirty="0">
              <a:solidFill>
                <a:schemeClr val="tx1"/>
              </a:solidFill>
              <a:latin typeface="Calibri"/>
              <a:ea typeface="+mn-lt"/>
              <a:cs typeface="Calibri"/>
            </a:endParaRPr>
          </a:p>
          <a:p>
            <a:pPr>
              <a:defRPr/>
            </a:pPr>
            <a:r>
              <a:rPr lang="en-US" sz="2400" dirty="0">
                <a:solidFill>
                  <a:schemeClr val="tx1"/>
                </a:solidFill>
                <a:latin typeface="Calibri"/>
                <a:cs typeface="Calibri"/>
              </a:rPr>
              <a:t>Inform </a:t>
            </a:r>
            <a:r>
              <a:rPr lang="en-US" sz="2400" dirty="0">
                <a:solidFill>
                  <a:srgbClr val="003399"/>
                </a:solidFill>
                <a:latin typeface="Calibri"/>
                <a:cs typeface="Calibri"/>
              </a:rPr>
              <a:t>Industrial Training Coordinator</a:t>
            </a:r>
            <a:r>
              <a:rPr lang="en-US" sz="2400" dirty="0">
                <a:solidFill>
                  <a:schemeClr val="tx1"/>
                </a:solidFill>
                <a:latin typeface="Calibri"/>
                <a:cs typeface="Calibri"/>
              </a:rPr>
              <a:t> (</a:t>
            </a:r>
            <a:r>
              <a:rPr lang="en-US" sz="2400" dirty="0" err="1">
                <a:solidFill>
                  <a:schemeClr val="tx1"/>
                </a:solidFill>
                <a:latin typeface="Calibri"/>
                <a:cs typeface="Calibri"/>
              </a:rPr>
              <a:t>Ts.</a:t>
            </a:r>
            <a:r>
              <a:rPr lang="en-US" sz="2400" dirty="0">
                <a:solidFill>
                  <a:schemeClr val="tx1"/>
                </a:solidFill>
                <a:latin typeface="Calibri"/>
                <a:cs typeface="Calibri"/>
              </a:rPr>
              <a:t> Dr. Wahidah – 0172907476) &amp; </a:t>
            </a:r>
            <a:r>
              <a:rPr lang="en-US" sz="2400" dirty="0">
                <a:solidFill>
                  <a:srgbClr val="003399"/>
                </a:solidFill>
                <a:latin typeface="Calibri"/>
                <a:cs typeface="Calibri"/>
              </a:rPr>
              <a:t>your Academic Advisor</a:t>
            </a:r>
            <a:r>
              <a:rPr lang="en-US" sz="2400" dirty="0">
                <a:solidFill>
                  <a:schemeClr val="tx1"/>
                </a:solidFill>
                <a:latin typeface="Calibri"/>
                <a:cs typeface="Calibri"/>
              </a:rPr>
              <a:t> (PA).</a:t>
            </a:r>
          </a:p>
          <a:p>
            <a:pPr>
              <a:defRPr/>
            </a:pPr>
            <a:r>
              <a:rPr lang="en-US" sz="2400" dirty="0">
                <a:solidFill>
                  <a:schemeClr val="tx1"/>
                </a:solidFill>
                <a:latin typeface="Calibri"/>
                <a:cs typeface="Calibri"/>
              </a:rPr>
              <a:t>Inform </a:t>
            </a:r>
            <a:r>
              <a:rPr lang="en-US" sz="2400" i="1" dirty="0">
                <a:solidFill>
                  <a:srgbClr val="003399"/>
                </a:solidFill>
                <a:latin typeface="Calibri"/>
                <a:cs typeface="Calibri"/>
              </a:rPr>
              <a:t>Unit Kebajikan </a:t>
            </a:r>
            <a:r>
              <a:rPr lang="en-US" sz="2400" i="1" dirty="0" err="1">
                <a:solidFill>
                  <a:srgbClr val="003399"/>
                </a:solidFill>
                <a:latin typeface="Calibri"/>
                <a:cs typeface="Calibri"/>
              </a:rPr>
              <a:t>Pelajar</a:t>
            </a:r>
            <a:r>
              <a:rPr lang="en-US" sz="2400" i="1" dirty="0">
                <a:solidFill>
                  <a:srgbClr val="003399"/>
                </a:solidFill>
                <a:latin typeface="Calibri"/>
                <a:cs typeface="Calibri"/>
              </a:rPr>
              <a:t>, </a:t>
            </a:r>
            <a:r>
              <a:rPr lang="en-US" sz="2400" i="1" dirty="0" err="1">
                <a:solidFill>
                  <a:srgbClr val="003399"/>
                </a:solidFill>
                <a:latin typeface="Calibri"/>
                <a:cs typeface="Calibri"/>
              </a:rPr>
              <a:t>Bhg</a:t>
            </a:r>
            <a:r>
              <a:rPr lang="en-US" sz="2400" i="1" dirty="0">
                <a:solidFill>
                  <a:srgbClr val="003399"/>
                </a:solidFill>
                <a:latin typeface="Calibri"/>
                <a:cs typeface="Calibri"/>
              </a:rPr>
              <a:t>. </a:t>
            </a:r>
            <a:r>
              <a:rPr lang="en-US" sz="2400" i="1" dirty="0" err="1">
                <a:solidFill>
                  <a:srgbClr val="003399"/>
                </a:solidFill>
                <a:latin typeface="Calibri"/>
                <a:cs typeface="Calibri"/>
              </a:rPr>
              <a:t>Perkhidmatan</a:t>
            </a:r>
            <a:r>
              <a:rPr lang="en-US" sz="2400" i="1" dirty="0">
                <a:solidFill>
                  <a:srgbClr val="003399"/>
                </a:solidFill>
                <a:latin typeface="Calibri"/>
                <a:cs typeface="Calibri"/>
              </a:rPr>
              <a:t> </a:t>
            </a:r>
            <a:r>
              <a:rPr lang="en-US" sz="2400" i="1" dirty="0" err="1">
                <a:solidFill>
                  <a:srgbClr val="003399"/>
                </a:solidFill>
                <a:latin typeface="Calibri"/>
                <a:cs typeface="Calibri"/>
              </a:rPr>
              <a:t>Pelajar</a:t>
            </a:r>
            <a:r>
              <a:rPr lang="en-US" sz="2400" i="1" dirty="0">
                <a:solidFill>
                  <a:srgbClr val="003399"/>
                </a:solidFill>
                <a:latin typeface="Calibri"/>
                <a:cs typeface="Calibri"/>
              </a:rPr>
              <a:t> (HEPA)</a:t>
            </a:r>
            <a:r>
              <a:rPr lang="en-US" sz="2400" dirty="0">
                <a:solidFill>
                  <a:schemeClr val="tx1"/>
                </a:solidFill>
                <a:latin typeface="Calibri"/>
                <a:cs typeface="Calibri"/>
              </a:rPr>
              <a:t> – also for insurance claim.</a:t>
            </a:r>
          </a:p>
          <a:p>
            <a:pPr>
              <a:defRPr/>
            </a:pPr>
            <a:r>
              <a:rPr lang="ms-MY" sz="2400" dirty="0">
                <a:solidFill>
                  <a:schemeClr val="tx1"/>
                </a:solidFill>
                <a:latin typeface="Calibri"/>
                <a:cs typeface="Calibri"/>
              </a:rPr>
              <a:t>Student/beneficiary must prepare and submit:</a:t>
            </a:r>
          </a:p>
          <a:p>
            <a:pPr marL="1383030" lvl="2" indent="-514350">
              <a:spcAft>
                <a:spcPts val="0"/>
              </a:spcAft>
              <a:buFont typeface="Wingdings" pitchFamily="18" charset="2"/>
              <a:buChar char="ü"/>
              <a:defRPr/>
            </a:pPr>
            <a:r>
              <a:rPr lang="en-US" sz="2400" dirty="0">
                <a:solidFill>
                  <a:schemeClr val="tx1"/>
                </a:solidFill>
                <a:latin typeface="Calibri"/>
                <a:cs typeface="Calibri"/>
              </a:rPr>
              <a:t>A Copy of Identification Card </a:t>
            </a:r>
          </a:p>
          <a:p>
            <a:pPr marL="1383030" lvl="2" indent="-514350">
              <a:spcAft>
                <a:spcPts val="0"/>
              </a:spcAft>
              <a:buFont typeface="Wingdings" pitchFamily="18" charset="2"/>
              <a:buChar char="ü"/>
              <a:defRPr/>
            </a:pPr>
            <a:r>
              <a:rPr lang="en-US" sz="2400" dirty="0">
                <a:solidFill>
                  <a:schemeClr val="tx1"/>
                </a:solidFill>
                <a:latin typeface="Calibri"/>
                <a:cs typeface="Calibri"/>
              </a:rPr>
              <a:t>Police report (if necessary)</a:t>
            </a:r>
          </a:p>
          <a:p>
            <a:pPr marL="1383030" lvl="2" indent="-514350">
              <a:spcAft>
                <a:spcPts val="0"/>
              </a:spcAft>
              <a:buFont typeface="Wingdings" pitchFamily="18" charset="2"/>
              <a:buChar char="ü"/>
              <a:defRPr/>
            </a:pPr>
            <a:r>
              <a:rPr lang="en-US" sz="2400" dirty="0">
                <a:solidFill>
                  <a:schemeClr val="tx1"/>
                </a:solidFill>
                <a:latin typeface="Calibri"/>
                <a:cs typeface="Calibri"/>
              </a:rPr>
              <a:t>Original medical bill (Gov’t hospital) </a:t>
            </a:r>
          </a:p>
          <a:p>
            <a:pPr marL="1383030" lvl="2" indent="-514350">
              <a:spcAft>
                <a:spcPts val="0"/>
              </a:spcAft>
              <a:buFont typeface="Wingdings" pitchFamily="18" charset="2"/>
              <a:buChar char="ü"/>
              <a:defRPr/>
            </a:pPr>
            <a:r>
              <a:rPr lang="en-US" sz="2400" dirty="0">
                <a:solidFill>
                  <a:schemeClr val="tx1"/>
                </a:solidFill>
                <a:latin typeface="Calibri"/>
                <a:cs typeface="Calibri"/>
              </a:rPr>
              <a:t>Doctor report (if necessary) </a:t>
            </a:r>
          </a:p>
          <a:p>
            <a:pPr marL="1383030" lvl="2" indent="-514350">
              <a:spcAft>
                <a:spcPts val="0"/>
              </a:spcAft>
              <a:buFont typeface="Wingdings" pitchFamily="18" charset="2"/>
              <a:buChar char="ü"/>
              <a:defRPr/>
            </a:pPr>
            <a:r>
              <a:rPr lang="en-US" sz="2400" dirty="0">
                <a:solidFill>
                  <a:schemeClr val="tx1"/>
                </a:solidFill>
                <a:latin typeface="Calibri"/>
                <a:cs typeface="Calibri"/>
              </a:rPr>
              <a:t>Original ward discharge note (if admitted)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402" y="1123837"/>
            <a:ext cx="3339902" cy="4601183"/>
          </a:xfrm>
        </p:spPr>
        <p:txBody>
          <a:bodyPr/>
          <a:lstStyle/>
          <a:p>
            <a:r>
              <a:rPr lang="en-MY">
                <a:latin typeface="Arial Rounded MT Bold"/>
              </a:rPr>
              <a:t>What should I do if ….?</a:t>
            </a:r>
            <a:br>
              <a:rPr lang="en-MY"/>
            </a:br>
            <a:br>
              <a:rPr lang="en-MY"/>
            </a:br>
            <a:r>
              <a:rPr lang="en-MY" sz="3200" i="1">
                <a:latin typeface="Arial Rounded MT Bold"/>
              </a:rPr>
              <a:t>Police case – theft, fraud, harassment &amp; etc.</a:t>
            </a:r>
          </a:p>
        </p:txBody>
      </p:sp>
      <p:sp>
        <p:nvSpPr>
          <p:cNvPr id="3" name="Content Placeholder 2"/>
          <p:cNvSpPr>
            <a:spLocks noGrp="1"/>
          </p:cNvSpPr>
          <p:nvPr>
            <p:ph idx="1"/>
          </p:nvPr>
        </p:nvSpPr>
        <p:spPr>
          <a:xfrm>
            <a:off x="3592821" y="871870"/>
            <a:ext cx="7954137" cy="3763926"/>
          </a:xfrm>
        </p:spPr>
        <p:txBody>
          <a:bodyPr>
            <a:noAutofit/>
          </a:bodyPr>
          <a:lstStyle/>
          <a:p>
            <a:pPr>
              <a:defRPr/>
            </a:pPr>
            <a:r>
              <a:rPr lang="en-US" sz="2400" dirty="0">
                <a:solidFill>
                  <a:schemeClr val="tx1"/>
                </a:solidFill>
                <a:latin typeface="Calibri"/>
                <a:cs typeface="Calibri"/>
              </a:rPr>
              <a:t>Inform your </a:t>
            </a:r>
            <a:r>
              <a:rPr lang="en-US" sz="2400" dirty="0">
                <a:solidFill>
                  <a:srgbClr val="003399"/>
                </a:solidFill>
                <a:latin typeface="Calibri"/>
                <a:cs typeface="Calibri"/>
              </a:rPr>
              <a:t>Industry SV and Faculty SV</a:t>
            </a:r>
            <a:r>
              <a:rPr lang="en-US" sz="2400" dirty="0">
                <a:solidFill>
                  <a:schemeClr val="tx1"/>
                </a:solidFill>
                <a:latin typeface="Calibri"/>
                <a:cs typeface="Calibri"/>
              </a:rPr>
              <a:t> immediately.</a:t>
            </a:r>
          </a:p>
          <a:p>
            <a:pPr>
              <a:defRPr/>
            </a:pPr>
            <a:endParaRPr lang="en-US" sz="2400" dirty="0">
              <a:solidFill>
                <a:schemeClr val="tx1"/>
              </a:solidFill>
              <a:latin typeface="Calibri"/>
              <a:cs typeface="Calibri"/>
            </a:endParaRPr>
          </a:p>
          <a:p>
            <a:pPr>
              <a:defRPr/>
            </a:pPr>
            <a:r>
              <a:rPr lang="en-US" sz="2400" dirty="0">
                <a:solidFill>
                  <a:schemeClr val="tx1"/>
                </a:solidFill>
                <a:latin typeface="Calibri"/>
                <a:cs typeface="Calibri"/>
              </a:rPr>
              <a:t>Lodge a </a:t>
            </a:r>
            <a:r>
              <a:rPr lang="en-US" sz="2400" dirty="0">
                <a:solidFill>
                  <a:srgbClr val="003399"/>
                </a:solidFill>
                <a:latin typeface="Calibri"/>
                <a:cs typeface="Calibri"/>
              </a:rPr>
              <a:t>police report</a:t>
            </a:r>
            <a:r>
              <a:rPr lang="en-US" sz="2400" dirty="0">
                <a:solidFill>
                  <a:schemeClr val="tx1"/>
                </a:solidFill>
                <a:latin typeface="Calibri"/>
                <a:cs typeface="Calibri"/>
              </a:rPr>
              <a:t>.</a:t>
            </a:r>
          </a:p>
          <a:p>
            <a:pPr>
              <a:defRPr/>
            </a:pPr>
            <a:endParaRPr lang="en-US" sz="2400" dirty="0">
              <a:solidFill>
                <a:schemeClr val="tx1"/>
              </a:solidFill>
              <a:latin typeface="Calibri"/>
              <a:cs typeface="Calibri"/>
            </a:endParaRPr>
          </a:p>
          <a:p>
            <a:pPr>
              <a:defRPr/>
            </a:pPr>
            <a:r>
              <a:rPr lang="en-US" sz="2400" dirty="0">
                <a:solidFill>
                  <a:schemeClr val="tx1"/>
                </a:solidFill>
                <a:latin typeface="Calibri"/>
                <a:cs typeface="Calibri"/>
              </a:rPr>
              <a:t>Your </a:t>
            </a:r>
            <a:r>
              <a:rPr lang="en-US" sz="2400" dirty="0">
                <a:solidFill>
                  <a:srgbClr val="003399"/>
                </a:solidFill>
                <a:latin typeface="Calibri"/>
                <a:cs typeface="Calibri"/>
              </a:rPr>
              <a:t>Faculty SV or Industrial Training Coordinator</a:t>
            </a:r>
            <a:r>
              <a:rPr lang="en-US" sz="2400" dirty="0">
                <a:solidFill>
                  <a:schemeClr val="tx1"/>
                </a:solidFill>
                <a:latin typeface="Calibri"/>
                <a:cs typeface="Calibri"/>
              </a:rPr>
              <a:t> will advise necessary actions.</a:t>
            </a:r>
          </a:p>
        </p:txBody>
      </p:sp>
    </p:spTree>
    <p:extLst>
      <p:ext uri="{BB962C8B-B14F-4D97-AF65-F5344CB8AC3E}">
        <p14:creationId xmlns:p14="http://schemas.microsoft.com/office/powerpoint/2010/main" val="39980146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atin typeface="Arial Rounded MT Bold"/>
              </a:rPr>
              <a:t>Important note</a:t>
            </a:r>
          </a:p>
        </p:txBody>
      </p:sp>
      <p:sp>
        <p:nvSpPr>
          <p:cNvPr id="3" name="Content Placeholder 2"/>
          <p:cNvSpPr>
            <a:spLocks noGrp="1"/>
          </p:cNvSpPr>
          <p:nvPr>
            <p:ph idx="1"/>
          </p:nvPr>
        </p:nvSpPr>
        <p:spPr/>
        <p:txBody>
          <a:bodyPr/>
          <a:lstStyle/>
          <a:p>
            <a:pPr marL="10795" indent="-10795" algn="ctr">
              <a:buNone/>
              <a:defRPr/>
            </a:pPr>
            <a:r>
              <a:rPr lang="en-US" sz="4000">
                <a:solidFill>
                  <a:srgbClr val="FF0000"/>
                </a:solidFill>
                <a:latin typeface="Calibri"/>
                <a:cs typeface="Calibri"/>
              </a:rPr>
              <a:t>Change of placement </a:t>
            </a:r>
            <a:r>
              <a:rPr lang="en-US" sz="4000">
                <a:solidFill>
                  <a:schemeClr val="tx1"/>
                </a:solidFill>
                <a:latin typeface="Calibri"/>
                <a:cs typeface="Calibri"/>
              </a:rPr>
              <a:t>without approval from the Faculty after the industrial training started can be</a:t>
            </a:r>
            <a:r>
              <a:rPr lang="en-US" sz="4000">
                <a:latin typeface="Calibri"/>
                <a:cs typeface="Calibri"/>
              </a:rPr>
              <a:t> </a:t>
            </a:r>
            <a:r>
              <a:rPr lang="en-US" sz="4000" b="1">
                <a:solidFill>
                  <a:srgbClr val="FF0000"/>
                </a:solidFill>
                <a:latin typeface="Calibri"/>
                <a:cs typeface="Calibri"/>
              </a:rPr>
              <a:t>graded</a:t>
            </a:r>
            <a:r>
              <a:rPr lang="en-US" sz="4000" b="1">
                <a:latin typeface="Calibri"/>
                <a:cs typeface="Calibri"/>
              </a:rPr>
              <a:t> </a:t>
            </a:r>
            <a:r>
              <a:rPr lang="en-US" sz="4000" b="1">
                <a:solidFill>
                  <a:srgbClr val="FF0000"/>
                </a:solidFill>
                <a:latin typeface="Calibri"/>
                <a:cs typeface="Calibri"/>
              </a:rPr>
              <a:t>E </a:t>
            </a:r>
            <a:r>
              <a:rPr lang="en-US" b="1">
                <a:solidFill>
                  <a:schemeClr val="tx1"/>
                </a:solidFill>
                <a:latin typeface="Calibri"/>
                <a:cs typeface="Calibri"/>
              </a:rPr>
              <a:t>(Clause 7.2.7).</a:t>
            </a:r>
            <a:endParaRPr lang="en-US" sz="4000">
              <a:solidFill>
                <a:schemeClr val="tx1"/>
              </a:solidFill>
              <a:latin typeface="Calibri"/>
              <a:cs typeface="Calibri"/>
            </a:endParaRPr>
          </a:p>
          <a:p>
            <a:pPr marL="1384300" lvl="3" indent="-514350" algn="r">
              <a:buNone/>
              <a:defRPr/>
            </a:pPr>
            <a:br>
              <a:rPr lang="en-US" sz="2400">
                <a:latin typeface="Calibri"/>
                <a:cs typeface="Calibri"/>
              </a:rPr>
            </a:br>
            <a:br>
              <a:rPr lang="en-US" sz="2400">
                <a:latin typeface="Calibri"/>
                <a:cs typeface="Calibri"/>
              </a:rPr>
            </a:br>
            <a:r>
              <a:rPr lang="en-US" sz="2400">
                <a:solidFill>
                  <a:schemeClr val="tx1"/>
                </a:solidFill>
                <a:latin typeface="Calibri"/>
                <a:cs typeface="Calibri"/>
              </a:rPr>
              <a:t>Source: </a:t>
            </a:r>
            <a:r>
              <a:rPr lang="en-US" sz="2400" i="1">
                <a:solidFill>
                  <a:schemeClr val="tx1"/>
                </a:solidFill>
                <a:latin typeface="Calibri"/>
                <a:cs typeface="Calibri"/>
              </a:rPr>
              <a:t>Garis Panduan Latihan Industri, 2013</a:t>
            </a:r>
          </a:p>
        </p:txBody>
      </p:sp>
    </p:spTree>
    <p:extLst>
      <p:ext uri="{BB962C8B-B14F-4D97-AF65-F5344CB8AC3E}">
        <p14:creationId xmlns:p14="http://schemas.microsoft.com/office/powerpoint/2010/main" val="13660629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4" descr="A picture containing text, sign&#10;&#10;Description automatically generated">
            <a:extLst>
              <a:ext uri="{FF2B5EF4-FFF2-40B4-BE49-F238E27FC236}">
                <a16:creationId xmlns:a16="http://schemas.microsoft.com/office/drawing/2014/main" id="{EDBBD91D-6367-4405-842B-3514DE03C852}"/>
              </a:ext>
            </a:extLst>
          </p:cNvPr>
          <p:cNvPicPr>
            <a:picLocks noChangeAspect="1"/>
          </p:cNvPicPr>
          <p:nvPr/>
        </p:nvPicPr>
        <p:blipFill rotWithShape="1">
          <a:blip r:embed="rId2"/>
          <a:srcRect l="11526" r="13387" b="-2"/>
          <a:stretch/>
        </p:blipFill>
        <p:spPr>
          <a:xfrm>
            <a:off x="3476973" y="629556"/>
            <a:ext cx="8261231" cy="5676008"/>
          </a:xfrm>
          <a:prstGeom prst="rect">
            <a:avLst/>
          </a:prstGeom>
        </p:spPr>
      </p:pic>
      <p:sp>
        <p:nvSpPr>
          <p:cNvPr id="11" name="Title 1">
            <a:extLst>
              <a:ext uri="{FF2B5EF4-FFF2-40B4-BE49-F238E27FC236}">
                <a16:creationId xmlns:a16="http://schemas.microsoft.com/office/drawing/2014/main" id="{F2004D4E-728E-4AF7-B22F-CC10E5CEF7BD}"/>
              </a:ext>
            </a:extLst>
          </p:cNvPr>
          <p:cNvSpPr txBox="1">
            <a:spLocks/>
          </p:cNvSpPr>
          <p:nvPr/>
        </p:nvSpPr>
        <p:spPr>
          <a:xfrm>
            <a:off x="290300" y="1247482"/>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pPr algn="ctr"/>
            <a:br>
              <a:rPr lang="en-US">
                <a:latin typeface="Arial Rounded MT Bold"/>
              </a:rPr>
            </a:br>
            <a:r>
              <a:rPr lang="en-US">
                <a:latin typeface="Arial Rounded MT Bold"/>
              </a:rPr>
              <a:t>Supervision Details from </a:t>
            </a:r>
            <a:r>
              <a:rPr lang="en-US" err="1">
                <a:latin typeface="Arial Rounded MT Bold"/>
              </a:rPr>
              <a:t>WebLI</a:t>
            </a:r>
            <a:endParaRPr lang="en-US" err="1"/>
          </a:p>
        </p:txBody>
      </p:sp>
    </p:spTree>
    <p:extLst>
      <p:ext uri="{BB962C8B-B14F-4D97-AF65-F5344CB8AC3E}">
        <p14:creationId xmlns:p14="http://schemas.microsoft.com/office/powerpoint/2010/main" val="19015541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latin typeface="Arial Rounded MT Bold"/>
              </a:rPr>
              <a:t>Supervision &amp; LI Visits </a:t>
            </a:r>
            <a:endParaRPr lang="en-MY"/>
          </a:p>
        </p:txBody>
      </p:sp>
      <p:sp>
        <p:nvSpPr>
          <p:cNvPr id="3" name="Content Placeholder 2"/>
          <p:cNvSpPr>
            <a:spLocks noGrp="1"/>
          </p:cNvSpPr>
          <p:nvPr>
            <p:ph idx="1"/>
          </p:nvPr>
        </p:nvSpPr>
        <p:spPr>
          <a:xfrm>
            <a:off x="3546080" y="456423"/>
            <a:ext cx="8117570" cy="5708142"/>
          </a:xfrm>
        </p:spPr>
        <p:txBody>
          <a:bodyPr>
            <a:noAutofit/>
          </a:bodyPr>
          <a:lstStyle/>
          <a:p>
            <a:r>
              <a:rPr lang="en-US" altLang="en-US" sz="2400">
                <a:solidFill>
                  <a:schemeClr val="accent1"/>
                </a:solidFill>
                <a:latin typeface="Calibri"/>
                <a:cs typeface="Calibri"/>
              </a:rPr>
              <a:t>List of Faculty Supervisors </a:t>
            </a:r>
            <a:r>
              <a:rPr lang="en-US" altLang="en-US" sz="2400">
                <a:solidFill>
                  <a:schemeClr val="tx1"/>
                </a:solidFill>
                <a:latin typeface="Calibri"/>
                <a:cs typeface="Calibri"/>
              </a:rPr>
              <a:t>will be ready by </a:t>
            </a:r>
            <a:r>
              <a:rPr lang="en-US" altLang="en-US" sz="2400" b="1" u="sng">
                <a:solidFill>
                  <a:schemeClr val="tx1"/>
                </a:solidFill>
                <a:latin typeface="Calibri"/>
                <a:cs typeface="Calibri"/>
              </a:rPr>
              <a:t>Week 4</a:t>
            </a:r>
            <a:r>
              <a:rPr lang="en-US" altLang="en-US" sz="2400">
                <a:solidFill>
                  <a:schemeClr val="tx1"/>
                </a:solidFill>
                <a:latin typeface="Calibri"/>
                <a:cs typeface="Calibri"/>
              </a:rPr>
              <a:t> on FTMK LI System (</a:t>
            </a:r>
            <a:r>
              <a:rPr lang="en-US" altLang="en-US" sz="2400" err="1">
                <a:solidFill>
                  <a:schemeClr val="tx1"/>
                </a:solidFill>
                <a:latin typeface="Calibri"/>
                <a:cs typeface="Calibri"/>
              </a:rPr>
              <a:t>WebLI</a:t>
            </a:r>
            <a:r>
              <a:rPr lang="en-US" altLang="en-US" sz="2400">
                <a:solidFill>
                  <a:schemeClr val="tx1"/>
                </a:solidFill>
                <a:latin typeface="Calibri"/>
                <a:cs typeface="Calibri"/>
              </a:rPr>
              <a:t>).</a:t>
            </a:r>
            <a:endParaRPr lang="en-US" altLang="en-US" sz="2400">
              <a:solidFill>
                <a:schemeClr val="tx1"/>
              </a:solidFill>
              <a:cs typeface="Calibri"/>
            </a:endParaRPr>
          </a:p>
          <a:p>
            <a:r>
              <a:rPr lang="en-US" altLang="en-US" sz="2400">
                <a:solidFill>
                  <a:schemeClr val="tx1"/>
                </a:solidFill>
                <a:latin typeface="Calibri"/>
                <a:cs typeface="Calibri"/>
              </a:rPr>
              <a:t>Contact your </a:t>
            </a:r>
            <a:r>
              <a:rPr lang="en-US" altLang="en-US" sz="2400" u="sng">
                <a:solidFill>
                  <a:schemeClr val="tx1"/>
                </a:solidFill>
                <a:latin typeface="Calibri"/>
                <a:cs typeface="Calibri"/>
              </a:rPr>
              <a:t>Faculty SV</a:t>
            </a:r>
            <a:r>
              <a:rPr lang="en-US" altLang="en-US" sz="2400">
                <a:solidFill>
                  <a:schemeClr val="tx1"/>
                </a:solidFill>
                <a:latin typeface="Calibri"/>
                <a:cs typeface="Calibri"/>
              </a:rPr>
              <a:t> and consult him/her on any issues/matter related to your industrial training.</a:t>
            </a:r>
            <a:endParaRPr lang="en-MY" sz="2400">
              <a:solidFill>
                <a:schemeClr val="tx1"/>
              </a:solidFill>
              <a:cs typeface="Calibri"/>
            </a:endParaRPr>
          </a:p>
          <a:p>
            <a:r>
              <a:rPr lang="en-MY" sz="2400">
                <a:solidFill>
                  <a:schemeClr val="accent1"/>
                </a:solidFill>
                <a:latin typeface="Calibri"/>
                <a:cs typeface="Calibri"/>
              </a:rPr>
              <a:t>1st Visit -</a:t>
            </a:r>
          </a:p>
          <a:p>
            <a:pPr lvl="1">
              <a:buFont typeface="Wingdings" pitchFamily="18" charset="2"/>
              <a:buChar char="ü"/>
            </a:pPr>
            <a:r>
              <a:rPr lang="en-MY" sz="2400">
                <a:solidFill>
                  <a:schemeClr val="accent1"/>
                </a:solidFill>
                <a:latin typeface="Calibri"/>
                <a:cs typeface="Calibri"/>
              </a:rPr>
              <a:t>4 weeks after </a:t>
            </a:r>
            <a:r>
              <a:rPr lang="en-MY" sz="2400">
                <a:solidFill>
                  <a:schemeClr val="tx1"/>
                </a:solidFill>
                <a:latin typeface="Calibri"/>
                <a:cs typeface="Calibri"/>
              </a:rPr>
              <a:t>student starts industrial training.</a:t>
            </a:r>
          </a:p>
          <a:p>
            <a:pPr lvl="1">
              <a:buFont typeface="Wingdings" pitchFamily="18" charset="2"/>
              <a:buChar char="ü"/>
            </a:pPr>
            <a:r>
              <a:rPr lang="en-MY" sz="2400">
                <a:solidFill>
                  <a:schemeClr val="tx1"/>
                </a:solidFill>
                <a:latin typeface="Calibri"/>
                <a:cs typeface="Calibri"/>
              </a:rPr>
              <a:t>Pre-evaluation.</a:t>
            </a:r>
          </a:p>
          <a:p>
            <a:r>
              <a:rPr lang="en-MY" sz="2400">
                <a:solidFill>
                  <a:schemeClr val="accent1"/>
                </a:solidFill>
                <a:latin typeface="Calibri"/>
                <a:cs typeface="Calibri"/>
              </a:rPr>
              <a:t>2nd Visit - </a:t>
            </a:r>
            <a:endParaRPr lang="en-MY" sz="2400">
              <a:solidFill>
                <a:schemeClr val="accent1"/>
              </a:solidFill>
              <a:cs typeface="Calibri"/>
            </a:endParaRPr>
          </a:p>
          <a:p>
            <a:pPr lvl="1">
              <a:buFont typeface="Wingdings" pitchFamily="18" charset="2"/>
              <a:buChar char="ü"/>
            </a:pPr>
            <a:r>
              <a:rPr lang="en-MY" sz="2400">
                <a:solidFill>
                  <a:schemeClr val="accent1"/>
                </a:solidFill>
                <a:latin typeface="Calibri"/>
                <a:cs typeface="Calibri"/>
              </a:rPr>
              <a:t>Within a month before </a:t>
            </a:r>
            <a:r>
              <a:rPr lang="en-MY" sz="2400">
                <a:solidFill>
                  <a:schemeClr val="tx1"/>
                </a:solidFill>
                <a:latin typeface="Calibri"/>
                <a:cs typeface="Calibri"/>
              </a:rPr>
              <a:t>industrial training ends.</a:t>
            </a:r>
          </a:p>
          <a:p>
            <a:pPr lvl="1">
              <a:buFont typeface="Wingdings" pitchFamily="18" charset="2"/>
              <a:buChar char="ü"/>
            </a:pPr>
            <a:r>
              <a:rPr lang="en-US" sz="2400">
                <a:solidFill>
                  <a:schemeClr val="tx1"/>
                </a:solidFill>
                <a:latin typeface="Calibri"/>
                <a:cs typeface="Calibri"/>
              </a:rPr>
              <a:t>Evaluate student’s presentation and overall performance.</a:t>
            </a:r>
            <a:endParaRPr lang="en-MY" sz="2400">
              <a:solidFill>
                <a:schemeClr val="tx1"/>
              </a:solidFill>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latin typeface="Arial Rounded MT Bold"/>
              </a:rPr>
              <a:t>Supervision &amp; LI Visits </a:t>
            </a:r>
            <a:br>
              <a:rPr lang="en-MY"/>
            </a:br>
            <a:r>
              <a:rPr lang="en-MY">
                <a:latin typeface="Arial Rounded MT Bold"/>
              </a:rPr>
              <a:t>(</a:t>
            </a:r>
            <a:r>
              <a:rPr lang="en-MY" err="1">
                <a:latin typeface="Arial Rounded MT Bold"/>
              </a:rPr>
              <a:t>cont</a:t>
            </a:r>
            <a:r>
              <a:rPr lang="en-MY">
                <a:latin typeface="Arial Rounded MT Bold"/>
              </a:rPr>
              <a:t> ..)</a:t>
            </a:r>
          </a:p>
        </p:txBody>
      </p:sp>
      <p:sp>
        <p:nvSpPr>
          <p:cNvPr id="3" name="Content Placeholder 2"/>
          <p:cNvSpPr>
            <a:spLocks noGrp="1"/>
          </p:cNvSpPr>
          <p:nvPr>
            <p:ph idx="1"/>
          </p:nvPr>
        </p:nvSpPr>
        <p:spPr>
          <a:xfrm>
            <a:off x="3644939" y="561703"/>
            <a:ext cx="8117570" cy="5721531"/>
          </a:xfrm>
        </p:spPr>
        <p:txBody>
          <a:bodyPr>
            <a:noAutofit/>
          </a:bodyPr>
          <a:lstStyle/>
          <a:p>
            <a:pPr marL="0" indent="0">
              <a:lnSpc>
                <a:spcPct val="100000"/>
              </a:lnSpc>
              <a:buNone/>
            </a:pPr>
            <a:r>
              <a:rPr lang="en-US" altLang="en-US" sz="2800" dirty="0">
                <a:solidFill>
                  <a:schemeClr val="tx1"/>
                </a:solidFill>
                <a:latin typeface="Calibri"/>
                <a:cs typeface="Calibri"/>
              </a:rPr>
              <a:t>During 2</a:t>
            </a:r>
            <a:r>
              <a:rPr lang="en-US" altLang="en-US" sz="2800" baseline="30000" dirty="0">
                <a:solidFill>
                  <a:schemeClr val="tx1"/>
                </a:solidFill>
                <a:latin typeface="Calibri"/>
                <a:cs typeface="Calibri"/>
              </a:rPr>
              <a:t>nd</a:t>
            </a:r>
            <a:r>
              <a:rPr lang="en-US" altLang="en-US" sz="2800" dirty="0">
                <a:solidFill>
                  <a:schemeClr val="tx1"/>
                </a:solidFill>
                <a:latin typeface="Calibri"/>
                <a:cs typeface="Calibri"/>
              </a:rPr>
              <a:t> visiting</a:t>
            </a:r>
            <a:r>
              <a:rPr lang="en-US" altLang="en-US" sz="2800" dirty="0">
                <a:latin typeface="Calibri"/>
                <a:cs typeface="Calibri"/>
              </a:rPr>
              <a:t>, </a:t>
            </a:r>
            <a:r>
              <a:rPr lang="en-US" altLang="en-US" sz="2800" dirty="0">
                <a:solidFill>
                  <a:schemeClr val="accent1"/>
                </a:solidFill>
                <a:latin typeface="Calibri"/>
                <a:cs typeface="Calibri"/>
              </a:rPr>
              <a:t>student </a:t>
            </a:r>
            <a:r>
              <a:rPr lang="en-US" altLang="en-US" sz="2800" dirty="0">
                <a:solidFill>
                  <a:schemeClr val="tx1"/>
                </a:solidFill>
                <a:latin typeface="Calibri"/>
                <a:cs typeface="Calibri"/>
              </a:rPr>
              <a:t>must:</a:t>
            </a:r>
          </a:p>
          <a:p>
            <a:pPr marL="0" indent="0">
              <a:lnSpc>
                <a:spcPct val="100000"/>
              </a:lnSpc>
              <a:buNone/>
            </a:pPr>
            <a:endParaRPr lang="en-US" altLang="en-US" sz="2800" dirty="0">
              <a:solidFill>
                <a:schemeClr val="tx1"/>
              </a:solidFill>
              <a:latin typeface="Calibri"/>
              <a:cs typeface="Calibri"/>
            </a:endParaRPr>
          </a:p>
          <a:p>
            <a:pPr marL="742950" indent="-273050">
              <a:lnSpc>
                <a:spcPct val="100000"/>
              </a:lnSpc>
              <a:spcBef>
                <a:spcPts val="0"/>
              </a:spcBef>
              <a:buFont typeface="Wingdings" pitchFamily="18" charset="2"/>
              <a:buChar char="ü"/>
            </a:pPr>
            <a:r>
              <a:rPr lang="en-US" altLang="en-US" sz="2400" dirty="0">
                <a:solidFill>
                  <a:schemeClr val="tx1"/>
                </a:solidFill>
                <a:latin typeface="Calibri"/>
                <a:cs typeface="Calibri"/>
              </a:rPr>
              <a:t>Make sure the </a:t>
            </a:r>
            <a:r>
              <a:rPr lang="en-US" altLang="en-US" sz="2400" u="sng" dirty="0">
                <a:solidFill>
                  <a:schemeClr val="tx1"/>
                </a:solidFill>
                <a:latin typeface="Calibri"/>
                <a:cs typeface="Calibri"/>
              </a:rPr>
              <a:t>e-Logbook</a:t>
            </a:r>
            <a:r>
              <a:rPr lang="en-US" altLang="en-US" sz="2400" dirty="0">
                <a:solidFill>
                  <a:schemeClr val="tx1"/>
                </a:solidFill>
                <a:latin typeface="Calibri"/>
                <a:cs typeface="Calibri"/>
              </a:rPr>
              <a:t> is updated.</a:t>
            </a:r>
          </a:p>
          <a:p>
            <a:pPr marL="742950" indent="-273050">
              <a:lnSpc>
                <a:spcPct val="100000"/>
              </a:lnSpc>
              <a:spcBef>
                <a:spcPts val="0"/>
              </a:spcBef>
              <a:buFont typeface="Wingdings" pitchFamily="18" charset="2"/>
              <a:buChar char="ü"/>
            </a:pPr>
            <a:endParaRPr lang="en-US" altLang="en-US" sz="2400" dirty="0">
              <a:solidFill>
                <a:schemeClr val="tx1"/>
              </a:solidFill>
              <a:latin typeface="Calibri"/>
              <a:cs typeface="Calibri"/>
            </a:endParaRPr>
          </a:p>
          <a:p>
            <a:pPr marL="742950" indent="-273050">
              <a:lnSpc>
                <a:spcPct val="100000"/>
              </a:lnSpc>
              <a:spcBef>
                <a:spcPts val="0"/>
              </a:spcBef>
              <a:buFont typeface="Wingdings" pitchFamily="18" charset="2"/>
              <a:buChar char="ü"/>
            </a:pPr>
            <a:r>
              <a:rPr lang="en-US" altLang="en-US" sz="2400" dirty="0">
                <a:solidFill>
                  <a:schemeClr val="tx1"/>
                </a:solidFill>
                <a:latin typeface="Calibri"/>
                <a:cs typeface="Calibri"/>
              </a:rPr>
              <a:t>Prepare a </a:t>
            </a:r>
            <a:r>
              <a:rPr lang="en-US" altLang="en-US" sz="2400" u="sng" dirty="0">
                <a:solidFill>
                  <a:schemeClr val="tx1"/>
                </a:solidFill>
                <a:latin typeface="Calibri"/>
                <a:cs typeface="Calibri"/>
              </a:rPr>
              <a:t>draft</a:t>
            </a:r>
            <a:r>
              <a:rPr lang="en-US" altLang="en-US" sz="2400" dirty="0">
                <a:solidFill>
                  <a:schemeClr val="tx1"/>
                </a:solidFill>
                <a:latin typeface="Calibri"/>
                <a:cs typeface="Calibri"/>
              </a:rPr>
              <a:t> of industrial training report.</a:t>
            </a:r>
          </a:p>
          <a:p>
            <a:pPr marL="742950" indent="-273050">
              <a:lnSpc>
                <a:spcPct val="100000"/>
              </a:lnSpc>
              <a:spcBef>
                <a:spcPts val="0"/>
              </a:spcBef>
              <a:buFont typeface="Wingdings" pitchFamily="18" charset="2"/>
              <a:buChar char="ü"/>
            </a:pPr>
            <a:endParaRPr lang="en-US" altLang="en-US" sz="2400" dirty="0">
              <a:solidFill>
                <a:schemeClr val="tx1"/>
              </a:solidFill>
              <a:latin typeface="Calibri"/>
              <a:cs typeface="Calibri"/>
            </a:endParaRPr>
          </a:p>
          <a:p>
            <a:pPr marL="742950" indent="-273050">
              <a:lnSpc>
                <a:spcPct val="100000"/>
              </a:lnSpc>
              <a:spcBef>
                <a:spcPts val="0"/>
              </a:spcBef>
              <a:buFont typeface="Wingdings" pitchFamily="18" charset="2"/>
              <a:buChar char="ü"/>
            </a:pPr>
            <a:r>
              <a:rPr lang="en-US" altLang="en-US" sz="2400" dirty="0">
                <a:solidFill>
                  <a:schemeClr val="tx1"/>
                </a:solidFill>
                <a:latin typeface="Calibri"/>
                <a:cs typeface="Calibri"/>
              </a:rPr>
              <a:t>Prepare a </a:t>
            </a:r>
            <a:r>
              <a:rPr lang="en-US" altLang="en-US" sz="2400" u="sng" dirty="0">
                <a:solidFill>
                  <a:schemeClr val="tx1"/>
                </a:solidFill>
                <a:latin typeface="Calibri"/>
                <a:cs typeface="Calibri"/>
              </a:rPr>
              <a:t>presentation</a:t>
            </a:r>
            <a:r>
              <a:rPr lang="en-US" altLang="en-US" sz="2400" dirty="0">
                <a:solidFill>
                  <a:schemeClr val="tx1"/>
                </a:solidFill>
                <a:latin typeface="Calibri"/>
                <a:cs typeface="Calibri"/>
              </a:rPr>
              <a:t> for the Industry and Faculty SVs.</a:t>
            </a:r>
          </a:p>
        </p:txBody>
      </p:sp>
    </p:spTree>
    <p:extLst>
      <p:ext uri="{BB962C8B-B14F-4D97-AF65-F5344CB8AC3E}">
        <p14:creationId xmlns:p14="http://schemas.microsoft.com/office/powerpoint/2010/main" val="10129960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Evaluation items </a:t>
            </a:r>
          </a:p>
        </p:txBody>
      </p:sp>
      <p:sp>
        <p:nvSpPr>
          <p:cNvPr id="5" name="Content Placeholder 2"/>
          <p:cNvSpPr>
            <a:spLocks noGrp="1"/>
          </p:cNvSpPr>
          <p:nvPr>
            <p:ph idx="1"/>
          </p:nvPr>
        </p:nvSpPr>
        <p:spPr>
          <a:xfrm>
            <a:off x="3602239" y="4209064"/>
            <a:ext cx="7361149" cy="2226350"/>
          </a:xfrm>
        </p:spPr>
        <p:txBody>
          <a:bodyPr>
            <a:noAutofit/>
          </a:bodyPr>
          <a:lstStyle/>
          <a:p>
            <a:pPr marL="0" indent="0">
              <a:buNone/>
              <a:defRPr/>
            </a:pPr>
            <a:endParaRPr lang="en-US" altLang="en-US" sz="2400">
              <a:solidFill>
                <a:srgbClr val="40BAD2"/>
              </a:solidFill>
              <a:latin typeface="Calibri"/>
              <a:cs typeface="Calibri"/>
            </a:endParaRPr>
          </a:p>
          <a:p>
            <a:pPr>
              <a:defRPr/>
            </a:pPr>
            <a:r>
              <a:rPr lang="en-US" sz="2400">
                <a:solidFill>
                  <a:srgbClr val="071BF5"/>
                </a:solidFill>
                <a:latin typeface="Calibri"/>
                <a:cs typeface="Calibri"/>
              </a:rPr>
              <a:t>Failure to upload the report and e-Log book risks in getting grade E.</a:t>
            </a:r>
            <a:endParaRPr lang="en-US" sz="2400">
              <a:solidFill>
                <a:srgbClr val="071BF5"/>
              </a:solidFill>
              <a:latin typeface="Calibri"/>
              <a:ea typeface="+mn-lt"/>
              <a:cs typeface="Calibri"/>
            </a:endParaRPr>
          </a:p>
          <a:p>
            <a:pPr>
              <a:defRPr/>
            </a:pPr>
            <a:endParaRPr lang="en-US" altLang="en-US" sz="2400">
              <a:solidFill>
                <a:srgbClr val="40BAD2"/>
              </a:solidFill>
              <a:latin typeface="Calibri"/>
              <a:cs typeface="Calibri"/>
            </a:endParaRPr>
          </a:p>
        </p:txBody>
      </p:sp>
      <p:graphicFrame>
        <p:nvGraphicFramePr>
          <p:cNvPr id="3" name="Table 3">
            <a:extLst>
              <a:ext uri="{FF2B5EF4-FFF2-40B4-BE49-F238E27FC236}">
                <a16:creationId xmlns:a16="http://schemas.microsoft.com/office/drawing/2014/main" id="{90429529-7651-4217-823C-8A6EB4CE0B1B}"/>
              </a:ext>
            </a:extLst>
          </p:cNvPr>
          <p:cNvGraphicFramePr>
            <a:graphicFrameLocks noGrp="1"/>
          </p:cNvGraphicFramePr>
          <p:nvPr>
            <p:extLst>
              <p:ext uri="{D42A27DB-BD31-4B8C-83A1-F6EECF244321}">
                <p14:modId xmlns:p14="http://schemas.microsoft.com/office/powerpoint/2010/main" val="845549567"/>
              </p:ext>
            </p:extLst>
          </p:nvPr>
        </p:nvGraphicFramePr>
        <p:xfrm>
          <a:off x="3578812" y="1081810"/>
          <a:ext cx="8168637" cy="3302586"/>
        </p:xfrm>
        <a:graphic>
          <a:graphicData uri="http://schemas.openxmlformats.org/drawingml/2006/table">
            <a:tbl>
              <a:tblPr firstRow="1" bandRow="1">
                <a:tableStyleId>{5C22544A-7EE6-4342-B048-85BDC9FD1C3A}</a:tableStyleId>
              </a:tblPr>
              <a:tblGrid>
                <a:gridCol w="761999">
                  <a:extLst>
                    <a:ext uri="{9D8B030D-6E8A-4147-A177-3AD203B41FA5}">
                      <a16:colId xmlns:a16="http://schemas.microsoft.com/office/drawing/2014/main" val="2347781580"/>
                    </a:ext>
                  </a:extLst>
                </a:gridCol>
                <a:gridCol w="5377961">
                  <a:extLst>
                    <a:ext uri="{9D8B030D-6E8A-4147-A177-3AD203B41FA5}">
                      <a16:colId xmlns:a16="http://schemas.microsoft.com/office/drawing/2014/main" val="1205966593"/>
                    </a:ext>
                  </a:extLst>
                </a:gridCol>
                <a:gridCol w="2028677">
                  <a:extLst>
                    <a:ext uri="{9D8B030D-6E8A-4147-A177-3AD203B41FA5}">
                      <a16:colId xmlns:a16="http://schemas.microsoft.com/office/drawing/2014/main" val="2627784795"/>
                    </a:ext>
                  </a:extLst>
                </a:gridCol>
              </a:tblGrid>
              <a:tr h="366346">
                <a:tc>
                  <a:txBody>
                    <a:bodyPr/>
                    <a:lstStyle/>
                    <a:p>
                      <a:pPr algn="ctr"/>
                      <a:r>
                        <a:rPr lang="en-US" b="1">
                          <a:latin typeface="Calibri"/>
                        </a:rPr>
                        <a:t>No.</a:t>
                      </a:r>
                    </a:p>
                  </a:txBody>
                  <a:tcPr/>
                </a:tc>
                <a:tc>
                  <a:txBody>
                    <a:bodyPr/>
                    <a:lstStyle/>
                    <a:p>
                      <a:r>
                        <a:rPr lang="en-US" b="1">
                          <a:latin typeface="Calibri"/>
                        </a:rPr>
                        <a:t>Items</a:t>
                      </a:r>
                    </a:p>
                  </a:txBody>
                  <a:tcPr/>
                </a:tc>
                <a:tc>
                  <a:txBody>
                    <a:bodyPr/>
                    <a:lstStyle/>
                    <a:p>
                      <a:r>
                        <a:rPr lang="en-US" b="1">
                          <a:latin typeface="Calibri"/>
                        </a:rPr>
                        <a:t>Evaluator</a:t>
                      </a:r>
                    </a:p>
                  </a:txBody>
                  <a:tcPr/>
                </a:tc>
                <a:extLst>
                  <a:ext uri="{0D108BD9-81ED-4DB2-BD59-A6C34878D82A}">
                    <a16:rowId xmlns:a16="http://schemas.microsoft.com/office/drawing/2014/main" val="309206544"/>
                  </a:ext>
                </a:extLst>
              </a:tr>
              <a:tr h="370840">
                <a:tc>
                  <a:txBody>
                    <a:bodyPr/>
                    <a:lstStyle/>
                    <a:p>
                      <a:pPr algn="ctr"/>
                      <a:r>
                        <a:rPr lang="en-US">
                          <a:solidFill>
                            <a:schemeClr val="tx1"/>
                          </a:solidFill>
                          <a:latin typeface="Calibri"/>
                        </a:rPr>
                        <a:t>a.</a:t>
                      </a:r>
                    </a:p>
                  </a:txBody>
                  <a:tcPr/>
                </a:tc>
                <a:tc>
                  <a:txBody>
                    <a:bodyPr/>
                    <a:lstStyle/>
                    <a:p>
                      <a:r>
                        <a:rPr lang="en-US">
                          <a:solidFill>
                            <a:schemeClr val="tx1"/>
                          </a:solidFill>
                          <a:latin typeface="Calibri"/>
                        </a:rPr>
                        <a:t>Presentation</a:t>
                      </a:r>
                    </a:p>
                  </a:txBody>
                  <a:tcPr/>
                </a:tc>
                <a:tc>
                  <a:txBody>
                    <a:bodyPr/>
                    <a:lstStyle/>
                    <a:p>
                      <a:pPr lvl="0">
                        <a:buNone/>
                      </a:pPr>
                      <a:r>
                        <a:rPr lang="en-US" sz="1800" b="0" i="0" u="none" strike="noStrike" noProof="0">
                          <a:solidFill>
                            <a:schemeClr val="tx1"/>
                          </a:solidFill>
                          <a:latin typeface="Calibri"/>
                        </a:rPr>
                        <a:t>Industry SV </a:t>
                      </a:r>
                    </a:p>
                    <a:p>
                      <a:pPr lvl="0" algn="l">
                        <a:lnSpc>
                          <a:spcPct val="100000"/>
                        </a:lnSpc>
                        <a:spcBef>
                          <a:spcPts val="0"/>
                        </a:spcBef>
                        <a:spcAft>
                          <a:spcPts val="0"/>
                        </a:spcAft>
                        <a:buNone/>
                      </a:pPr>
                      <a:r>
                        <a:rPr lang="en-US" sz="1800" b="0" i="0" u="none" strike="noStrike" noProof="0">
                          <a:solidFill>
                            <a:schemeClr val="tx1"/>
                          </a:solidFill>
                          <a:latin typeface="Calibri"/>
                        </a:rPr>
                        <a:t>Faculty SV</a:t>
                      </a:r>
                    </a:p>
                  </a:txBody>
                  <a:tcPr/>
                </a:tc>
                <a:extLst>
                  <a:ext uri="{0D108BD9-81ED-4DB2-BD59-A6C34878D82A}">
                    <a16:rowId xmlns:a16="http://schemas.microsoft.com/office/drawing/2014/main" val="2063061647"/>
                  </a:ext>
                </a:extLst>
              </a:tr>
              <a:tr h="370840">
                <a:tc>
                  <a:txBody>
                    <a:bodyPr/>
                    <a:lstStyle/>
                    <a:p>
                      <a:pPr algn="ctr"/>
                      <a:r>
                        <a:rPr lang="en-US">
                          <a:solidFill>
                            <a:schemeClr val="tx1"/>
                          </a:solidFill>
                          <a:latin typeface="Calibri"/>
                        </a:rPr>
                        <a:t>b.</a:t>
                      </a:r>
                    </a:p>
                  </a:txBody>
                  <a:tcPr/>
                </a:tc>
                <a:tc>
                  <a:txBody>
                    <a:bodyPr/>
                    <a:lstStyle/>
                    <a:p>
                      <a:r>
                        <a:rPr lang="en-US">
                          <a:solidFill>
                            <a:schemeClr val="tx1"/>
                          </a:solidFill>
                          <a:latin typeface="Calibri"/>
                        </a:rPr>
                        <a:t>Overall LI performance</a:t>
                      </a:r>
                    </a:p>
                  </a:txBody>
                  <a:tcPr/>
                </a:tc>
                <a:tc>
                  <a:txBody>
                    <a:bodyPr/>
                    <a:lstStyle/>
                    <a:p>
                      <a:pPr lvl="0">
                        <a:buNone/>
                      </a:pPr>
                      <a:r>
                        <a:rPr lang="en-US" sz="1800" b="0" i="0" u="none" strike="noStrike" noProof="0">
                          <a:solidFill>
                            <a:schemeClr val="tx1"/>
                          </a:solidFill>
                          <a:latin typeface="Calibri"/>
                        </a:rPr>
                        <a:t>Industry SV </a:t>
                      </a:r>
                    </a:p>
                    <a:p>
                      <a:pPr lvl="0" algn="l">
                        <a:lnSpc>
                          <a:spcPct val="100000"/>
                        </a:lnSpc>
                        <a:spcBef>
                          <a:spcPts val="0"/>
                        </a:spcBef>
                        <a:spcAft>
                          <a:spcPts val="0"/>
                        </a:spcAft>
                        <a:buNone/>
                      </a:pPr>
                      <a:r>
                        <a:rPr lang="en-US" sz="1800" b="0" i="0" u="none" strike="noStrike" noProof="0">
                          <a:solidFill>
                            <a:schemeClr val="tx1"/>
                          </a:solidFill>
                          <a:latin typeface="Calibri"/>
                        </a:rPr>
                        <a:t>Faculty SV</a:t>
                      </a:r>
                    </a:p>
                  </a:txBody>
                  <a:tcPr/>
                </a:tc>
                <a:extLst>
                  <a:ext uri="{0D108BD9-81ED-4DB2-BD59-A6C34878D82A}">
                    <a16:rowId xmlns:a16="http://schemas.microsoft.com/office/drawing/2014/main" val="2762966391"/>
                  </a:ext>
                </a:extLst>
              </a:tr>
              <a:tr h="370840">
                <a:tc>
                  <a:txBody>
                    <a:bodyPr/>
                    <a:lstStyle/>
                    <a:p>
                      <a:pPr algn="ctr"/>
                      <a:r>
                        <a:rPr lang="en-US">
                          <a:solidFill>
                            <a:schemeClr val="tx1"/>
                          </a:solidFill>
                          <a:latin typeface="Calibri"/>
                        </a:rPr>
                        <a:t>c.</a:t>
                      </a:r>
                    </a:p>
                  </a:txBody>
                  <a:tcPr/>
                </a:tc>
                <a:tc>
                  <a:txBody>
                    <a:bodyPr/>
                    <a:lstStyle/>
                    <a:p>
                      <a:r>
                        <a:rPr lang="en-US">
                          <a:solidFill>
                            <a:schemeClr val="tx1"/>
                          </a:solidFill>
                          <a:latin typeface="Calibri"/>
                        </a:rPr>
                        <a:t>Industrial Training Report</a:t>
                      </a:r>
                    </a:p>
                  </a:txBody>
                  <a:tcPr/>
                </a:tc>
                <a:tc>
                  <a:txBody>
                    <a:bodyPr/>
                    <a:lstStyle/>
                    <a:p>
                      <a:pPr lvl="0" algn="l">
                        <a:lnSpc>
                          <a:spcPct val="100000"/>
                        </a:lnSpc>
                        <a:spcBef>
                          <a:spcPts val="0"/>
                        </a:spcBef>
                        <a:spcAft>
                          <a:spcPts val="0"/>
                        </a:spcAft>
                        <a:buNone/>
                      </a:pPr>
                      <a:r>
                        <a:rPr lang="en-US" sz="1800" b="0" i="0" u="none" strike="noStrike" noProof="0">
                          <a:solidFill>
                            <a:schemeClr val="tx1"/>
                          </a:solidFill>
                          <a:latin typeface="Calibri"/>
                        </a:rPr>
                        <a:t>Faculty SV</a:t>
                      </a:r>
                    </a:p>
                  </a:txBody>
                  <a:tcPr/>
                </a:tc>
                <a:extLst>
                  <a:ext uri="{0D108BD9-81ED-4DB2-BD59-A6C34878D82A}">
                    <a16:rowId xmlns:a16="http://schemas.microsoft.com/office/drawing/2014/main" val="261952005"/>
                  </a:ext>
                </a:extLst>
              </a:tr>
              <a:tr h="370840">
                <a:tc>
                  <a:txBody>
                    <a:bodyPr/>
                    <a:lstStyle/>
                    <a:p>
                      <a:pPr algn="ctr"/>
                      <a:r>
                        <a:rPr lang="en-US">
                          <a:solidFill>
                            <a:schemeClr val="tx1"/>
                          </a:solidFill>
                          <a:latin typeface="Calibri"/>
                        </a:rPr>
                        <a:t>d.</a:t>
                      </a:r>
                    </a:p>
                  </a:txBody>
                  <a:tcPr/>
                </a:tc>
                <a:tc>
                  <a:txBody>
                    <a:bodyPr/>
                    <a:lstStyle/>
                    <a:p>
                      <a:r>
                        <a:rPr lang="en-US">
                          <a:solidFill>
                            <a:schemeClr val="tx1"/>
                          </a:solidFill>
                          <a:latin typeface="Calibri"/>
                        </a:rPr>
                        <a:t>e-Logbook</a:t>
                      </a:r>
                    </a:p>
                  </a:txBody>
                  <a:tcPr/>
                </a:tc>
                <a:tc>
                  <a:txBody>
                    <a:bodyPr/>
                    <a:lstStyle/>
                    <a:p>
                      <a:pPr lvl="0" algn="l">
                        <a:lnSpc>
                          <a:spcPct val="100000"/>
                        </a:lnSpc>
                        <a:spcBef>
                          <a:spcPts val="0"/>
                        </a:spcBef>
                        <a:spcAft>
                          <a:spcPts val="0"/>
                        </a:spcAft>
                        <a:buNone/>
                      </a:pPr>
                      <a:r>
                        <a:rPr lang="en-US" sz="1800" b="0" i="0" u="none" strike="noStrike" noProof="0">
                          <a:solidFill>
                            <a:schemeClr val="tx1"/>
                          </a:solidFill>
                          <a:latin typeface="Calibri"/>
                        </a:rPr>
                        <a:t>Faculty SV</a:t>
                      </a:r>
                    </a:p>
                  </a:txBody>
                  <a:tcPr/>
                </a:tc>
                <a:extLst>
                  <a:ext uri="{0D108BD9-81ED-4DB2-BD59-A6C34878D82A}">
                    <a16:rowId xmlns:a16="http://schemas.microsoft.com/office/drawing/2014/main" val="4247784594"/>
                  </a:ext>
                </a:extLst>
              </a:tr>
              <a:tr h="370840">
                <a:tc>
                  <a:txBody>
                    <a:bodyPr/>
                    <a:lstStyle/>
                    <a:p>
                      <a:pPr algn="ctr"/>
                      <a:r>
                        <a:rPr lang="en-US">
                          <a:solidFill>
                            <a:schemeClr val="tx1"/>
                          </a:solidFill>
                          <a:latin typeface="Calibri"/>
                        </a:rPr>
                        <a:t>e.</a:t>
                      </a:r>
                    </a:p>
                  </a:txBody>
                  <a:tcPr/>
                </a:tc>
                <a:tc>
                  <a:txBody>
                    <a:bodyPr/>
                    <a:lstStyle/>
                    <a:p>
                      <a:pPr lvl="0" algn="l">
                        <a:lnSpc>
                          <a:spcPct val="100000"/>
                        </a:lnSpc>
                        <a:spcBef>
                          <a:spcPts val="0"/>
                        </a:spcBef>
                        <a:spcAft>
                          <a:spcPts val="0"/>
                        </a:spcAft>
                        <a:buNone/>
                      </a:pPr>
                      <a:r>
                        <a:rPr lang="en-US" sz="1800" b="0" i="0" u="none" strike="noStrike" noProof="0">
                          <a:solidFill>
                            <a:schemeClr val="tx1"/>
                          </a:solidFill>
                          <a:latin typeface="Calibri"/>
                        </a:rPr>
                        <a:t>LI Briefing (1 &amp; 2) attendance, LI report, Student Feedback form, Industrial Training Declaration form, any raised issues = 10%</a:t>
                      </a:r>
                    </a:p>
                  </a:txBody>
                  <a:tcPr/>
                </a:tc>
                <a:tc>
                  <a:txBody>
                    <a:bodyPr/>
                    <a:lstStyle/>
                    <a:p>
                      <a:pPr lvl="0" algn="l">
                        <a:lnSpc>
                          <a:spcPct val="100000"/>
                        </a:lnSpc>
                        <a:spcBef>
                          <a:spcPts val="0"/>
                        </a:spcBef>
                        <a:spcAft>
                          <a:spcPts val="0"/>
                        </a:spcAft>
                        <a:buNone/>
                      </a:pPr>
                      <a:r>
                        <a:rPr lang="en-US" sz="1800" b="0" i="0" u="none" strike="noStrike" noProof="0">
                          <a:solidFill>
                            <a:schemeClr val="tx1"/>
                          </a:solidFill>
                          <a:latin typeface="Calibri"/>
                        </a:rPr>
                        <a:t>Faculty SV</a:t>
                      </a:r>
                    </a:p>
                    <a:p>
                      <a:pPr lvl="0">
                        <a:buNone/>
                      </a:pPr>
                      <a:endParaRPr lang="en-US">
                        <a:solidFill>
                          <a:schemeClr val="tx1"/>
                        </a:solidFill>
                        <a:latin typeface="Calibri"/>
                      </a:endParaRPr>
                    </a:p>
                  </a:txBody>
                  <a:tcPr/>
                </a:tc>
                <a:extLst>
                  <a:ext uri="{0D108BD9-81ED-4DB2-BD59-A6C34878D82A}">
                    <a16:rowId xmlns:a16="http://schemas.microsoft.com/office/drawing/2014/main" val="2326424644"/>
                  </a:ext>
                </a:extLst>
              </a:tr>
            </a:tbl>
          </a:graphicData>
        </a:graphic>
      </p:graphicFrame>
    </p:spTree>
    <p:extLst>
      <p:ext uri="{BB962C8B-B14F-4D97-AF65-F5344CB8AC3E}">
        <p14:creationId xmlns:p14="http://schemas.microsoft.com/office/powerpoint/2010/main" val="11718195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Industrial Training Report</a:t>
            </a:r>
          </a:p>
        </p:txBody>
      </p:sp>
      <p:sp>
        <p:nvSpPr>
          <p:cNvPr id="5" name="Content Placeholder 2"/>
          <p:cNvSpPr>
            <a:spLocks noGrp="1"/>
          </p:cNvSpPr>
          <p:nvPr>
            <p:ph idx="1"/>
          </p:nvPr>
        </p:nvSpPr>
        <p:spPr>
          <a:xfrm>
            <a:off x="3541568" y="828494"/>
            <a:ext cx="8113620" cy="5158854"/>
          </a:xfrm>
        </p:spPr>
        <p:txBody>
          <a:bodyPr>
            <a:noAutofit/>
          </a:bodyPr>
          <a:lstStyle/>
          <a:p>
            <a:pPr marL="0" indent="0">
              <a:buNone/>
              <a:defRPr/>
            </a:pPr>
            <a:r>
              <a:rPr lang="en-US" altLang="en-US" sz="3000" dirty="0">
                <a:solidFill>
                  <a:schemeClr val="tx1"/>
                </a:solidFill>
                <a:latin typeface="Calibri"/>
                <a:cs typeface="Calibri"/>
              </a:rPr>
              <a:t>Report</a:t>
            </a:r>
            <a:r>
              <a:rPr lang="en-US" altLang="en-US" sz="3000" dirty="0">
                <a:solidFill>
                  <a:srgbClr val="000000"/>
                </a:solidFill>
                <a:latin typeface="Calibri"/>
                <a:cs typeface="Calibri"/>
              </a:rPr>
              <a:t> must be written in ENGLISH and</a:t>
            </a:r>
            <a:r>
              <a:rPr lang="en-US" altLang="en-US" sz="3000" dirty="0">
                <a:solidFill>
                  <a:schemeClr val="accent1"/>
                </a:solidFill>
                <a:latin typeface="Calibri"/>
                <a:cs typeface="Calibri"/>
              </a:rPr>
              <a:t> </a:t>
            </a:r>
            <a:r>
              <a:rPr lang="en-US" altLang="en-US" sz="3000" dirty="0">
                <a:solidFill>
                  <a:srgbClr val="0033CC"/>
                </a:solidFill>
                <a:latin typeface="Calibri"/>
                <a:cs typeface="Calibri"/>
              </a:rPr>
              <a:t>follow the Report Format Guideline v.2021 (download from ULearn).</a:t>
            </a:r>
          </a:p>
          <a:p>
            <a:pPr marL="0" indent="0">
              <a:buNone/>
              <a:defRPr/>
            </a:pPr>
            <a:endParaRPr lang="en-US" altLang="en-US" sz="3000" dirty="0">
              <a:solidFill>
                <a:schemeClr val="accent1"/>
              </a:solidFill>
              <a:latin typeface="Calibri"/>
              <a:cs typeface="Calibri"/>
            </a:endParaRPr>
          </a:p>
          <a:p>
            <a:pPr marL="0" indent="0">
              <a:buNone/>
              <a:defRPr/>
            </a:pPr>
            <a:r>
              <a:rPr lang="en-US" altLang="en-US" sz="3000" dirty="0">
                <a:solidFill>
                  <a:schemeClr val="tx1"/>
                </a:solidFill>
                <a:latin typeface="Calibri"/>
                <a:cs typeface="Calibri"/>
              </a:rPr>
              <a:t>Among updates from previous guideline version:</a:t>
            </a:r>
          </a:p>
          <a:p>
            <a:pPr marL="514350" indent="-514350">
              <a:buClrTx/>
              <a:buAutoNum type="arabicParenR"/>
              <a:defRPr/>
            </a:pPr>
            <a:r>
              <a:rPr lang="en-US" altLang="en-US" sz="2800" dirty="0">
                <a:solidFill>
                  <a:schemeClr val="tx1"/>
                </a:solidFill>
                <a:latin typeface="Calibri"/>
                <a:cs typeface="Calibri"/>
              </a:rPr>
              <a:t>Abstract is replaced with</a:t>
            </a:r>
            <a:r>
              <a:rPr lang="en-US" altLang="en-US" sz="2800" dirty="0">
                <a:solidFill>
                  <a:schemeClr val="accent1"/>
                </a:solidFill>
                <a:latin typeface="Calibri"/>
                <a:cs typeface="Calibri"/>
              </a:rPr>
              <a:t> </a:t>
            </a:r>
            <a:r>
              <a:rPr lang="en-US" altLang="en-US" sz="2800" dirty="0">
                <a:solidFill>
                  <a:srgbClr val="0033CC"/>
                </a:solidFill>
                <a:latin typeface="Calibri"/>
                <a:cs typeface="Calibri"/>
              </a:rPr>
              <a:t>Executive Summary</a:t>
            </a:r>
            <a:r>
              <a:rPr lang="en-US" altLang="en-US" sz="2800" dirty="0">
                <a:solidFill>
                  <a:schemeClr val="accent1"/>
                </a:solidFill>
                <a:latin typeface="Calibri"/>
                <a:cs typeface="Calibri"/>
              </a:rPr>
              <a:t>.</a:t>
            </a:r>
          </a:p>
          <a:p>
            <a:pPr marL="514350" indent="-514350">
              <a:buClrTx/>
              <a:buAutoNum type="arabicParenR"/>
              <a:defRPr/>
            </a:pPr>
            <a:r>
              <a:rPr lang="en-US" altLang="en-US" sz="2800" dirty="0">
                <a:solidFill>
                  <a:schemeClr val="tx1"/>
                </a:solidFill>
                <a:latin typeface="Calibri"/>
                <a:cs typeface="Calibri"/>
              </a:rPr>
              <a:t>Additional content for</a:t>
            </a:r>
            <a:r>
              <a:rPr lang="en-US" altLang="en-US" sz="2800" dirty="0">
                <a:solidFill>
                  <a:schemeClr val="accent1"/>
                </a:solidFill>
                <a:latin typeface="Calibri"/>
                <a:cs typeface="Calibri"/>
              </a:rPr>
              <a:t> </a:t>
            </a:r>
            <a:r>
              <a:rPr lang="en-US" altLang="en-US" sz="2800" dirty="0">
                <a:solidFill>
                  <a:srgbClr val="0033CC"/>
                </a:solidFill>
                <a:latin typeface="Calibri"/>
                <a:cs typeface="Calibri"/>
              </a:rPr>
              <a:t>Chapter 1</a:t>
            </a:r>
            <a:r>
              <a:rPr lang="en-US" altLang="en-US" sz="2800" dirty="0">
                <a:solidFill>
                  <a:schemeClr val="accent1"/>
                </a:solidFill>
                <a:latin typeface="Calibri"/>
                <a:cs typeface="Calibri"/>
              </a:rPr>
              <a:t>.</a:t>
            </a:r>
          </a:p>
          <a:p>
            <a:pPr marL="514350" indent="-514350">
              <a:buClr>
                <a:schemeClr val="tx1"/>
              </a:buClr>
              <a:buAutoNum type="arabicParenR"/>
              <a:defRPr/>
            </a:pPr>
            <a:r>
              <a:rPr lang="en-US" altLang="en-US" sz="2800" dirty="0">
                <a:solidFill>
                  <a:srgbClr val="0033CC"/>
                </a:solidFill>
                <a:latin typeface="Calibri"/>
                <a:cs typeface="Calibri"/>
              </a:rPr>
              <a:t>A new Chapter 4</a:t>
            </a:r>
            <a:r>
              <a:rPr lang="en-US" altLang="en-US" sz="2800" dirty="0">
                <a:solidFill>
                  <a:schemeClr val="tx1"/>
                </a:solidFill>
                <a:latin typeface="Calibri"/>
                <a:cs typeface="Calibri"/>
              </a:rPr>
              <a:t>.</a:t>
            </a:r>
          </a:p>
          <a:p>
            <a:pPr marL="514350" indent="-514350">
              <a:buClrTx/>
              <a:buAutoNum type="arabicParenR"/>
              <a:defRPr/>
            </a:pPr>
            <a:r>
              <a:rPr lang="en-US" altLang="en-US" sz="2800" dirty="0">
                <a:solidFill>
                  <a:schemeClr val="tx1"/>
                </a:solidFill>
                <a:latin typeface="Calibri"/>
                <a:cs typeface="Calibri"/>
              </a:rPr>
              <a:t>Pages required is </a:t>
            </a:r>
            <a:r>
              <a:rPr lang="en-US" altLang="en-US" sz="2800" dirty="0">
                <a:solidFill>
                  <a:srgbClr val="0033CC"/>
                </a:solidFill>
                <a:latin typeface="Calibri"/>
                <a:cs typeface="Calibri"/>
              </a:rPr>
              <a:t>50 – 100</a:t>
            </a:r>
            <a:r>
              <a:rPr lang="en-US" altLang="en-US" sz="2800" dirty="0">
                <a:solidFill>
                  <a:schemeClr val="tx1"/>
                </a:solidFill>
                <a:latin typeface="Calibri"/>
                <a:cs typeface="Calibri"/>
              </a:rPr>
              <a:t>. Not less than 50.</a:t>
            </a:r>
          </a:p>
          <a:p>
            <a:pPr marL="514350" indent="-514350">
              <a:buClrTx/>
              <a:buAutoNum type="arabicParenR"/>
              <a:defRPr/>
            </a:pPr>
            <a:r>
              <a:rPr lang="en-US" altLang="en-US" sz="2800" dirty="0">
                <a:solidFill>
                  <a:schemeClr val="tx1"/>
                </a:solidFill>
                <a:latin typeface="Calibri"/>
                <a:cs typeface="Calibri"/>
              </a:rPr>
              <a:t>And some</a:t>
            </a:r>
            <a:r>
              <a:rPr lang="en-US" altLang="en-US" sz="2800" dirty="0">
                <a:solidFill>
                  <a:schemeClr val="accent1"/>
                </a:solidFill>
                <a:latin typeface="Calibri"/>
                <a:cs typeface="Calibri"/>
              </a:rPr>
              <a:t> </a:t>
            </a:r>
            <a:r>
              <a:rPr lang="en-US" altLang="en-US" sz="2800" dirty="0">
                <a:solidFill>
                  <a:srgbClr val="0033CC"/>
                </a:solidFill>
                <a:latin typeface="Calibri"/>
                <a:cs typeface="Calibri"/>
              </a:rPr>
              <a:t>other minor changes</a:t>
            </a:r>
            <a:r>
              <a:rPr lang="en-US" altLang="en-US" sz="2800" dirty="0">
                <a:solidFill>
                  <a:srgbClr val="003399"/>
                </a:solidFill>
                <a:latin typeface="Calibri"/>
                <a:cs typeface="Calibri"/>
              </a:rPr>
              <a:t>.</a:t>
            </a:r>
            <a:endParaRPr lang="en-US" altLang="en-US" sz="2800" dirty="0">
              <a:solidFill>
                <a:srgbClr val="003399"/>
              </a:solidFill>
              <a:cs typeface="Calibri"/>
            </a:endParaRPr>
          </a:p>
        </p:txBody>
      </p:sp>
    </p:spTree>
    <p:extLst>
      <p:ext uri="{BB962C8B-B14F-4D97-AF65-F5344CB8AC3E}">
        <p14:creationId xmlns:p14="http://schemas.microsoft.com/office/powerpoint/2010/main" val="23441332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8994" y="866508"/>
            <a:ext cx="2351939" cy="1296144"/>
          </a:xfrm>
        </p:spPr>
        <p:txBody>
          <a:bodyPr>
            <a:normAutofit/>
          </a:bodyPr>
          <a:lstStyle/>
          <a:p>
            <a:r>
              <a:rPr lang="en-US">
                <a:latin typeface="Arial Rounded MT Bold"/>
              </a:rPr>
              <a:t>Report Format</a:t>
            </a:r>
            <a:endParaRPr lang="en-MY">
              <a:latin typeface="Arial Rounded MT Bold"/>
            </a:endParaRPr>
          </a:p>
        </p:txBody>
      </p:sp>
      <p:grpSp>
        <p:nvGrpSpPr>
          <p:cNvPr id="9" name="Group 8">
            <a:extLst>
              <a:ext uri="{FF2B5EF4-FFF2-40B4-BE49-F238E27FC236}">
                <a16:creationId xmlns:a16="http://schemas.microsoft.com/office/drawing/2014/main" id="{CE033BC2-D065-4E67-9AE9-9DAAC86C6286}"/>
              </a:ext>
            </a:extLst>
          </p:cNvPr>
          <p:cNvGrpSpPr/>
          <p:nvPr/>
        </p:nvGrpSpPr>
        <p:grpSpPr>
          <a:xfrm>
            <a:off x="2587583" y="948127"/>
            <a:ext cx="9106884" cy="4959245"/>
            <a:chOff x="2587583" y="948127"/>
            <a:chExt cx="9106884" cy="4959245"/>
          </a:xfrm>
        </p:grpSpPr>
        <p:pic>
          <p:nvPicPr>
            <p:cNvPr id="5" name="Picture 4">
              <a:extLst>
                <a:ext uri="{FF2B5EF4-FFF2-40B4-BE49-F238E27FC236}">
                  <a16:creationId xmlns:a16="http://schemas.microsoft.com/office/drawing/2014/main" id="{21EAAB3D-A106-4567-94FC-0821BF422B48}"/>
                </a:ext>
              </a:extLst>
            </p:cNvPr>
            <p:cNvPicPr>
              <a:picLocks noChangeAspect="1"/>
            </p:cNvPicPr>
            <p:nvPr/>
          </p:nvPicPr>
          <p:blipFill rotWithShape="1">
            <a:blip r:embed="rId3"/>
            <a:srcRect b="43185"/>
            <a:stretch/>
          </p:blipFill>
          <p:spPr>
            <a:xfrm>
              <a:off x="2587583" y="950225"/>
              <a:ext cx="4258614" cy="3528392"/>
            </a:xfrm>
            <a:prstGeom prst="rect">
              <a:avLst/>
            </a:prstGeom>
          </p:spPr>
        </p:pic>
        <p:pic>
          <p:nvPicPr>
            <p:cNvPr id="7" name="Picture 6">
              <a:extLst>
                <a:ext uri="{FF2B5EF4-FFF2-40B4-BE49-F238E27FC236}">
                  <a16:creationId xmlns:a16="http://schemas.microsoft.com/office/drawing/2014/main" id="{AF29CEEA-BD6D-4870-8A9B-D5E962A4DA6F}"/>
                </a:ext>
              </a:extLst>
            </p:cNvPr>
            <p:cNvPicPr>
              <a:picLocks noChangeAspect="1"/>
            </p:cNvPicPr>
            <p:nvPr/>
          </p:nvPicPr>
          <p:blipFill rotWithShape="1">
            <a:blip r:embed="rId4"/>
            <a:srcRect t="28105" r="200"/>
            <a:stretch/>
          </p:blipFill>
          <p:spPr>
            <a:xfrm>
              <a:off x="7149579" y="2736384"/>
              <a:ext cx="4392488" cy="1826298"/>
            </a:xfrm>
            <a:prstGeom prst="rect">
              <a:avLst/>
            </a:prstGeom>
          </p:spPr>
        </p:pic>
        <p:pic>
          <p:nvPicPr>
            <p:cNvPr id="4" name="Picture 3">
              <a:extLst>
                <a:ext uri="{FF2B5EF4-FFF2-40B4-BE49-F238E27FC236}">
                  <a16:creationId xmlns:a16="http://schemas.microsoft.com/office/drawing/2014/main" id="{8988FA98-FEDF-4DFF-BE13-07138E8BFA20}"/>
                </a:ext>
              </a:extLst>
            </p:cNvPr>
            <p:cNvPicPr>
              <a:picLocks noChangeAspect="1"/>
            </p:cNvPicPr>
            <p:nvPr/>
          </p:nvPicPr>
          <p:blipFill rotWithShape="1">
            <a:blip r:embed="rId5"/>
            <a:srcRect t="51848"/>
            <a:stretch/>
          </p:blipFill>
          <p:spPr>
            <a:xfrm>
              <a:off x="7224901" y="1361440"/>
              <a:ext cx="4469566" cy="1374944"/>
            </a:xfrm>
            <a:prstGeom prst="rect">
              <a:avLst/>
            </a:prstGeom>
          </p:spPr>
        </p:pic>
        <p:pic>
          <p:nvPicPr>
            <p:cNvPr id="6" name="Picture 5">
              <a:extLst>
                <a:ext uri="{FF2B5EF4-FFF2-40B4-BE49-F238E27FC236}">
                  <a16:creationId xmlns:a16="http://schemas.microsoft.com/office/drawing/2014/main" id="{6EEADA00-FC8A-4DB7-B760-B68C0074B00B}"/>
                </a:ext>
              </a:extLst>
            </p:cNvPr>
            <p:cNvPicPr>
              <a:picLocks noChangeAspect="1"/>
            </p:cNvPicPr>
            <p:nvPr/>
          </p:nvPicPr>
          <p:blipFill rotWithShape="1">
            <a:blip r:embed="rId5"/>
            <a:srcRect b="48339"/>
            <a:stretch/>
          </p:blipFill>
          <p:spPr>
            <a:xfrm>
              <a:off x="2587583" y="4478616"/>
              <a:ext cx="4315646" cy="1424343"/>
            </a:xfrm>
            <a:prstGeom prst="rect">
              <a:avLst/>
            </a:prstGeom>
          </p:spPr>
        </p:pic>
        <p:sp>
          <p:nvSpPr>
            <p:cNvPr id="2" name="Rectangle 1">
              <a:extLst>
                <a:ext uri="{FF2B5EF4-FFF2-40B4-BE49-F238E27FC236}">
                  <a16:creationId xmlns:a16="http://schemas.microsoft.com/office/drawing/2014/main" id="{E511CC1F-9300-4A0E-AFC7-599C74D5B1EF}"/>
                </a:ext>
              </a:extLst>
            </p:cNvPr>
            <p:cNvSpPr/>
            <p:nvPr/>
          </p:nvSpPr>
          <p:spPr>
            <a:xfrm>
              <a:off x="2590800" y="948128"/>
              <a:ext cx="4259703" cy="49592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73FC3B1-0B38-4E35-BC60-5D95D5270898}"/>
                </a:ext>
              </a:extLst>
            </p:cNvPr>
            <p:cNvSpPr/>
            <p:nvPr/>
          </p:nvSpPr>
          <p:spPr>
            <a:xfrm>
              <a:off x="7275225" y="948127"/>
              <a:ext cx="4259703" cy="49592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212646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After LI ends </a:t>
            </a:r>
            <a:br>
              <a:rPr lang="en-MY"/>
            </a:br>
            <a:r>
              <a:rPr lang="en-MY" b="1">
                <a:latin typeface="+mn-lt"/>
              </a:rPr>
              <a:t>(SILI)</a:t>
            </a:r>
            <a:br>
              <a:rPr lang="en-MY" i="1">
                <a:latin typeface="Arial Rounded MT Bold"/>
              </a:rPr>
            </a:br>
            <a:endParaRPr lang="en-MY">
              <a:latin typeface="Arial Rounded MT Bold"/>
            </a:endParaRPr>
          </a:p>
        </p:txBody>
      </p:sp>
      <p:sp>
        <p:nvSpPr>
          <p:cNvPr id="3" name="Content Placeholder 2"/>
          <p:cNvSpPr>
            <a:spLocks noGrp="1"/>
          </p:cNvSpPr>
          <p:nvPr>
            <p:ph idx="1"/>
          </p:nvPr>
        </p:nvSpPr>
        <p:spPr>
          <a:xfrm>
            <a:off x="3221878" y="739982"/>
            <a:ext cx="8292379" cy="4972546"/>
          </a:xfrm>
        </p:spPr>
        <p:txBody>
          <a:bodyPr>
            <a:noAutofit/>
          </a:bodyPr>
          <a:lstStyle/>
          <a:p>
            <a:pPr marL="228600" lvl="1" indent="0">
              <a:spcAft>
                <a:spcPts val="0"/>
              </a:spcAft>
              <a:buClr>
                <a:schemeClr val="tx1">
                  <a:lumMod val="50000"/>
                  <a:lumOff val="50000"/>
                </a:schemeClr>
              </a:buClr>
              <a:buNone/>
              <a:defRPr/>
            </a:pPr>
            <a:r>
              <a:rPr lang="en-US" sz="3000" dirty="0">
                <a:solidFill>
                  <a:schemeClr val="tx1">
                    <a:lumMod val="85000"/>
                  </a:schemeClr>
                </a:solidFill>
                <a:latin typeface="Calibri"/>
                <a:cs typeface="Calibri"/>
              </a:rPr>
              <a:t>Submit these documents on SILI:</a:t>
            </a:r>
          </a:p>
          <a:p>
            <a:pPr marL="228600" lvl="1" indent="0">
              <a:spcAft>
                <a:spcPts val="0"/>
              </a:spcAft>
              <a:buNone/>
              <a:defRPr/>
            </a:pPr>
            <a:endParaRPr lang="en-US" sz="3000" dirty="0">
              <a:solidFill>
                <a:schemeClr val="tx1">
                  <a:lumMod val="85000"/>
                </a:schemeClr>
              </a:solidFill>
              <a:latin typeface="Calibri"/>
              <a:cs typeface="Calibri"/>
            </a:endParaRPr>
          </a:p>
          <a:p>
            <a:pPr marL="1290320" lvl="4" indent="-514350">
              <a:spcAft>
                <a:spcPts val="0"/>
              </a:spcAft>
              <a:buClr>
                <a:schemeClr val="tx1">
                  <a:lumMod val="50000"/>
                  <a:lumOff val="50000"/>
                </a:schemeClr>
              </a:buClr>
              <a:buAutoNum type="alphaLcPeriod"/>
              <a:defRPr/>
            </a:pPr>
            <a:r>
              <a:rPr lang="en-US" sz="3000" dirty="0">
                <a:solidFill>
                  <a:schemeClr val="tx1">
                    <a:lumMod val="85000"/>
                  </a:schemeClr>
                </a:solidFill>
                <a:latin typeface="Calibri"/>
                <a:cs typeface="Calibri"/>
              </a:rPr>
              <a:t>E-Logbook until Week 24</a:t>
            </a:r>
          </a:p>
          <a:p>
            <a:pPr marL="1290320" lvl="4" indent="-514350">
              <a:spcAft>
                <a:spcPts val="0"/>
              </a:spcAft>
              <a:buClr>
                <a:srgbClr val="808080"/>
              </a:buClr>
              <a:buAutoNum type="alphaLcPeriod"/>
              <a:defRPr/>
            </a:pPr>
            <a:r>
              <a:rPr lang="en-US" sz="3000" dirty="0">
                <a:solidFill>
                  <a:schemeClr val="tx1">
                    <a:lumMod val="85000"/>
                  </a:schemeClr>
                </a:solidFill>
                <a:latin typeface="Calibri"/>
                <a:cs typeface="Calibri"/>
              </a:rPr>
              <a:t>Logbook Industrial Attachment Approval</a:t>
            </a:r>
          </a:p>
          <a:p>
            <a:pPr marL="1290320" lvl="4" indent="-514350">
              <a:spcAft>
                <a:spcPts val="0"/>
              </a:spcAft>
              <a:buClr>
                <a:schemeClr val="tx1">
                  <a:lumMod val="50000"/>
                  <a:lumOff val="50000"/>
                </a:schemeClr>
              </a:buClr>
              <a:buAutoNum type="alphaLcPeriod"/>
              <a:defRPr/>
            </a:pPr>
            <a:r>
              <a:rPr lang="en-US" sz="3000" dirty="0">
                <a:solidFill>
                  <a:schemeClr val="tx1">
                    <a:lumMod val="85000"/>
                  </a:schemeClr>
                </a:solidFill>
                <a:latin typeface="Calibri"/>
                <a:cs typeface="Calibri"/>
              </a:rPr>
              <a:t>Attendance Record</a:t>
            </a:r>
          </a:p>
          <a:p>
            <a:pPr marL="1290320" lvl="4" indent="-514350">
              <a:spcAft>
                <a:spcPts val="0"/>
              </a:spcAft>
              <a:buClr>
                <a:schemeClr val="tx1">
                  <a:lumMod val="50000"/>
                  <a:lumOff val="50000"/>
                </a:schemeClr>
              </a:buClr>
              <a:buAutoNum type="alphaLcPeriod"/>
              <a:defRPr/>
            </a:pPr>
            <a:r>
              <a:rPr lang="en-US" sz="3000" dirty="0">
                <a:solidFill>
                  <a:schemeClr val="tx1">
                    <a:lumMod val="85000"/>
                  </a:schemeClr>
                </a:solidFill>
                <a:latin typeface="Calibri"/>
                <a:cs typeface="Calibri"/>
              </a:rPr>
              <a:t>Record of Leave (if any)</a:t>
            </a:r>
          </a:p>
          <a:p>
            <a:pPr marL="1290320" lvl="4" indent="-514350">
              <a:spcAft>
                <a:spcPts val="0"/>
              </a:spcAft>
              <a:buClr>
                <a:schemeClr val="tx1">
                  <a:lumMod val="50000"/>
                  <a:lumOff val="50000"/>
                </a:schemeClr>
              </a:buClr>
              <a:buAutoNum type="alphaLcPeriod"/>
              <a:defRPr/>
            </a:pPr>
            <a:r>
              <a:rPr lang="en-US" sz="3000" dirty="0">
                <a:solidFill>
                  <a:schemeClr val="tx1">
                    <a:lumMod val="85000"/>
                  </a:schemeClr>
                </a:solidFill>
                <a:latin typeface="Calibri"/>
                <a:cs typeface="Calibri"/>
              </a:rPr>
              <a:t>Record of Medical Leave (if any)</a:t>
            </a:r>
          </a:p>
        </p:txBody>
      </p:sp>
      <p:sp>
        <p:nvSpPr>
          <p:cNvPr id="4" name="Right Brace 3"/>
          <p:cNvSpPr/>
          <p:nvPr/>
        </p:nvSpPr>
        <p:spPr>
          <a:xfrm>
            <a:off x="9679240" y="3537254"/>
            <a:ext cx="497073" cy="1166717"/>
          </a:xfrm>
          <a:prstGeom prst="rightBrace">
            <a:avLst/>
          </a:prstGeom>
          <a:solidFill>
            <a:schemeClr val="bg1"/>
          </a:solidFill>
          <a:ln>
            <a:solidFill>
              <a:schemeClr val="accent1"/>
            </a:solidFill>
          </a:ln>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algn="ctr"/>
            <a:endParaRPr lang="en-MY">
              <a:solidFill>
                <a:srgbClr val="071BF5"/>
              </a:solidFill>
            </a:endParaRPr>
          </a:p>
        </p:txBody>
      </p:sp>
      <p:sp>
        <p:nvSpPr>
          <p:cNvPr id="5" name="TextBox 4"/>
          <p:cNvSpPr txBox="1"/>
          <p:nvPr/>
        </p:nvSpPr>
        <p:spPr>
          <a:xfrm>
            <a:off x="10182052" y="3711268"/>
            <a:ext cx="1428471" cy="646331"/>
          </a:xfrm>
          <a:prstGeom prst="rect">
            <a:avLst/>
          </a:prstGeom>
          <a:noFill/>
        </p:spPr>
        <p:txBody>
          <a:bodyPr wrap="square" lIns="91440" tIns="45720" rIns="91440" bIns="45720" rtlCol="0" anchor="t">
            <a:spAutoFit/>
          </a:bodyPr>
          <a:lstStyle/>
          <a:p>
            <a:r>
              <a:rPr lang="en-US">
                <a:solidFill>
                  <a:srgbClr val="071BF5"/>
                </a:solidFill>
              </a:rPr>
              <a:t>Combined into 1 pdf file</a:t>
            </a:r>
            <a:endParaRPr lang="en-MY">
              <a:solidFill>
                <a:srgbClr val="071BF5"/>
              </a:solidFill>
            </a:endParaRPr>
          </a:p>
        </p:txBody>
      </p:sp>
    </p:spTree>
    <p:extLst>
      <p:ext uri="{BB962C8B-B14F-4D97-AF65-F5344CB8AC3E}">
        <p14:creationId xmlns:p14="http://schemas.microsoft.com/office/powerpoint/2010/main" val="10584714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b.  </a:t>
            </a:r>
            <a:br>
              <a:rPr lang="en-MY">
                <a:latin typeface="Arial Rounded MT Bold"/>
              </a:rPr>
            </a:br>
            <a:r>
              <a:rPr lang="en-MY">
                <a:latin typeface="Arial Rounded MT Bold"/>
              </a:rPr>
              <a:t>Logbook</a:t>
            </a:r>
            <a:br>
              <a:rPr lang="en-MY"/>
            </a:br>
            <a:r>
              <a:rPr lang="en-MY">
                <a:latin typeface="Arial Rounded MT Bold"/>
              </a:rPr>
              <a:t>Industrial Attachment Approval</a:t>
            </a:r>
            <a:endParaRPr lang="en-US"/>
          </a:p>
        </p:txBody>
      </p:sp>
      <p:pic>
        <p:nvPicPr>
          <p:cNvPr id="3" name="Picture 2"/>
          <p:cNvPicPr>
            <a:picLocks noChangeAspect="1"/>
          </p:cNvPicPr>
          <p:nvPr/>
        </p:nvPicPr>
        <p:blipFill>
          <a:blip r:embed="rId3"/>
          <a:stretch>
            <a:fillRect/>
          </a:stretch>
        </p:blipFill>
        <p:spPr>
          <a:xfrm>
            <a:off x="3520605" y="959702"/>
            <a:ext cx="5018344" cy="4877453"/>
          </a:xfrm>
          <a:prstGeom prst="rect">
            <a:avLst/>
          </a:prstGeom>
          <a:ln>
            <a:solidFill>
              <a:schemeClr val="tx1"/>
            </a:solidFill>
          </a:ln>
        </p:spPr>
      </p:pic>
      <p:graphicFrame>
        <p:nvGraphicFramePr>
          <p:cNvPr id="7" name="Table 6"/>
          <p:cNvGraphicFramePr>
            <a:graphicFrameLocks noGrp="1"/>
          </p:cNvGraphicFramePr>
          <p:nvPr>
            <p:extLst>
              <p:ext uri="{D42A27DB-BD31-4B8C-83A1-F6EECF244321}">
                <p14:modId xmlns:p14="http://schemas.microsoft.com/office/powerpoint/2010/main" val="2437209013"/>
              </p:ext>
            </p:extLst>
          </p:nvPr>
        </p:nvGraphicFramePr>
        <p:xfrm>
          <a:off x="8669970" y="2489686"/>
          <a:ext cx="3127568" cy="2026920"/>
        </p:xfrm>
        <a:graphic>
          <a:graphicData uri="http://schemas.openxmlformats.org/drawingml/2006/table">
            <a:tbl>
              <a:tblPr firstRow="1" bandRow="1">
                <a:tableStyleId>{69012ECD-51FC-41F1-AA8D-1B2483CD663E}</a:tableStyleId>
              </a:tblPr>
              <a:tblGrid>
                <a:gridCol w="1628218">
                  <a:extLst>
                    <a:ext uri="{9D8B030D-6E8A-4147-A177-3AD203B41FA5}">
                      <a16:colId xmlns:a16="http://schemas.microsoft.com/office/drawing/2014/main" val="4177659197"/>
                    </a:ext>
                  </a:extLst>
                </a:gridCol>
                <a:gridCol w="1499350">
                  <a:extLst>
                    <a:ext uri="{9D8B030D-6E8A-4147-A177-3AD203B41FA5}">
                      <a16:colId xmlns:a16="http://schemas.microsoft.com/office/drawing/2014/main" val="4067336346"/>
                    </a:ext>
                  </a:extLst>
                </a:gridCol>
              </a:tblGrid>
              <a:tr h="370840">
                <a:tc>
                  <a:txBody>
                    <a:bodyPr/>
                    <a:lstStyle/>
                    <a:p>
                      <a:r>
                        <a:rPr lang="en-US">
                          <a:latin typeface="Calibri"/>
                        </a:rPr>
                        <a:t>Approval by Industrial Supervisor </a:t>
                      </a:r>
                      <a:endParaRPr lang="en-MY">
                        <a:latin typeface="Calibri"/>
                      </a:endParaRPr>
                    </a:p>
                  </a:txBody>
                  <a:tcPr/>
                </a:tc>
                <a:tc>
                  <a:txBody>
                    <a:bodyPr/>
                    <a:lstStyle/>
                    <a:p>
                      <a:r>
                        <a:rPr lang="en-US">
                          <a:latin typeface="Calibri"/>
                        </a:rPr>
                        <a:t>Datelines</a:t>
                      </a:r>
                      <a:endParaRPr lang="en-MY">
                        <a:latin typeface="Calibri"/>
                      </a:endParaRPr>
                    </a:p>
                  </a:txBody>
                  <a:tcPr/>
                </a:tc>
                <a:extLst>
                  <a:ext uri="{0D108BD9-81ED-4DB2-BD59-A6C34878D82A}">
                    <a16:rowId xmlns:a16="http://schemas.microsoft.com/office/drawing/2014/main" val="2775126299"/>
                  </a:ext>
                </a:extLst>
              </a:tr>
              <a:tr h="370840">
                <a:tc>
                  <a:txBody>
                    <a:bodyPr/>
                    <a:lstStyle/>
                    <a:p>
                      <a:r>
                        <a:rPr lang="en-US">
                          <a:latin typeface="Calibri"/>
                        </a:rPr>
                        <a:t>Early Semester</a:t>
                      </a:r>
                      <a:endParaRPr lang="en-MY">
                        <a:latin typeface="Calibri"/>
                      </a:endParaRPr>
                    </a:p>
                  </a:txBody>
                  <a:tcPr/>
                </a:tc>
                <a:tc>
                  <a:txBody>
                    <a:bodyPr/>
                    <a:lstStyle/>
                    <a:p>
                      <a:r>
                        <a:rPr lang="en-US">
                          <a:latin typeface="Calibri"/>
                        </a:rPr>
                        <a:t>Week-8</a:t>
                      </a:r>
                      <a:endParaRPr lang="en-MY">
                        <a:latin typeface="Calibri"/>
                      </a:endParaRPr>
                    </a:p>
                  </a:txBody>
                  <a:tcPr/>
                </a:tc>
                <a:extLst>
                  <a:ext uri="{0D108BD9-81ED-4DB2-BD59-A6C34878D82A}">
                    <a16:rowId xmlns:a16="http://schemas.microsoft.com/office/drawing/2014/main" val="3805039088"/>
                  </a:ext>
                </a:extLst>
              </a:tr>
              <a:tr h="370840">
                <a:tc>
                  <a:txBody>
                    <a:bodyPr/>
                    <a:lstStyle/>
                    <a:p>
                      <a:r>
                        <a:rPr lang="en-US">
                          <a:latin typeface="Calibri"/>
                        </a:rPr>
                        <a:t>Mid Semester</a:t>
                      </a:r>
                      <a:endParaRPr lang="en-MY">
                        <a:latin typeface="Calibri"/>
                      </a:endParaRPr>
                    </a:p>
                  </a:txBody>
                  <a:tcPr/>
                </a:tc>
                <a:tc>
                  <a:txBody>
                    <a:bodyPr/>
                    <a:lstStyle/>
                    <a:p>
                      <a:r>
                        <a:rPr lang="en-US">
                          <a:latin typeface="Calibri"/>
                        </a:rPr>
                        <a:t>Week-16</a:t>
                      </a:r>
                      <a:endParaRPr lang="en-MY">
                        <a:latin typeface="Calibri"/>
                      </a:endParaRPr>
                    </a:p>
                  </a:txBody>
                  <a:tcPr/>
                </a:tc>
                <a:extLst>
                  <a:ext uri="{0D108BD9-81ED-4DB2-BD59-A6C34878D82A}">
                    <a16:rowId xmlns:a16="http://schemas.microsoft.com/office/drawing/2014/main" val="2624179156"/>
                  </a:ext>
                </a:extLst>
              </a:tr>
              <a:tr h="370840">
                <a:tc>
                  <a:txBody>
                    <a:bodyPr/>
                    <a:lstStyle/>
                    <a:p>
                      <a:r>
                        <a:rPr lang="en-US">
                          <a:latin typeface="Calibri"/>
                        </a:rPr>
                        <a:t>End Semester</a:t>
                      </a:r>
                      <a:endParaRPr lang="en-MY">
                        <a:latin typeface="Calibri"/>
                      </a:endParaRPr>
                    </a:p>
                  </a:txBody>
                  <a:tcPr/>
                </a:tc>
                <a:tc>
                  <a:txBody>
                    <a:bodyPr/>
                    <a:lstStyle/>
                    <a:p>
                      <a:r>
                        <a:rPr lang="en-US">
                          <a:latin typeface="Calibri"/>
                        </a:rPr>
                        <a:t>Week-24</a:t>
                      </a:r>
                      <a:endParaRPr lang="en-MY">
                        <a:latin typeface="Calibri"/>
                      </a:endParaRPr>
                    </a:p>
                  </a:txBody>
                  <a:tcPr/>
                </a:tc>
                <a:extLst>
                  <a:ext uri="{0D108BD9-81ED-4DB2-BD59-A6C34878D82A}">
                    <a16:rowId xmlns:a16="http://schemas.microsoft.com/office/drawing/2014/main" val="1911187056"/>
                  </a:ext>
                </a:extLst>
              </a:tr>
            </a:tbl>
          </a:graphicData>
        </a:graphic>
      </p:graphicFrame>
    </p:spTree>
    <p:extLst>
      <p:ext uri="{BB962C8B-B14F-4D97-AF65-F5344CB8AC3E}">
        <p14:creationId xmlns:p14="http://schemas.microsoft.com/office/powerpoint/2010/main" val="38725523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c.  </a:t>
            </a:r>
            <a:br>
              <a:rPr lang="en-MY">
                <a:latin typeface="Arial Rounded MT Bold"/>
              </a:rPr>
            </a:br>
            <a:r>
              <a:rPr lang="en-MY">
                <a:latin typeface="Arial Rounded MT Bold"/>
              </a:rPr>
              <a:t>Attendance Record</a:t>
            </a:r>
          </a:p>
        </p:txBody>
      </p:sp>
      <p:pic>
        <p:nvPicPr>
          <p:cNvPr id="3" name="Picture 2"/>
          <p:cNvPicPr>
            <a:picLocks noChangeAspect="1"/>
          </p:cNvPicPr>
          <p:nvPr/>
        </p:nvPicPr>
        <p:blipFill>
          <a:blip r:embed="rId3"/>
          <a:stretch>
            <a:fillRect/>
          </a:stretch>
        </p:blipFill>
        <p:spPr>
          <a:xfrm>
            <a:off x="3439100" y="534366"/>
            <a:ext cx="8111044" cy="6067505"/>
          </a:xfrm>
          <a:prstGeom prst="rect">
            <a:avLst/>
          </a:prstGeom>
          <a:ln>
            <a:solidFill>
              <a:schemeClr val="tx1"/>
            </a:solidFill>
          </a:ln>
        </p:spPr>
      </p:pic>
      <p:sp>
        <p:nvSpPr>
          <p:cNvPr id="6" name="Rectangle 5"/>
          <p:cNvSpPr/>
          <p:nvPr/>
        </p:nvSpPr>
        <p:spPr>
          <a:xfrm>
            <a:off x="5053376" y="4641254"/>
            <a:ext cx="4886152" cy="646331"/>
          </a:xfrm>
          <a:prstGeom prst="rect">
            <a:avLst/>
          </a:prstGeom>
          <a:solidFill>
            <a:schemeClr val="bg1"/>
          </a:solidFill>
          <a:ln>
            <a:solidFill>
              <a:schemeClr val="tx1"/>
            </a:solidFill>
          </a:ln>
        </p:spPr>
        <p:txBody>
          <a:bodyPr wrap="square" lIns="91440" tIns="45720" rIns="91440" bIns="45720" anchor="t">
            <a:spAutoFit/>
          </a:bodyPr>
          <a:lstStyle/>
          <a:p>
            <a:pPr marL="172720" lvl="1">
              <a:defRPr/>
            </a:pPr>
            <a:r>
              <a:rPr lang="en-US" altLang="en-US" b="1">
                <a:solidFill>
                  <a:srgbClr val="071BF5"/>
                </a:solidFill>
                <a:latin typeface="Calibri"/>
                <a:cs typeface="Calibri"/>
              </a:rPr>
              <a:t>Note</a:t>
            </a:r>
            <a:r>
              <a:rPr lang="en-US" altLang="en-US">
                <a:solidFill>
                  <a:srgbClr val="071BF5"/>
                </a:solidFill>
                <a:latin typeface="Calibri"/>
                <a:cs typeface="Calibri"/>
              </a:rPr>
              <a:t>: Can upload either the attendance generated by company or provided by </a:t>
            </a:r>
            <a:r>
              <a:rPr lang="en-US" altLang="en-US" err="1">
                <a:solidFill>
                  <a:srgbClr val="071BF5"/>
                </a:solidFill>
                <a:latin typeface="Calibri"/>
                <a:cs typeface="Calibri"/>
              </a:rPr>
              <a:t>UTeM</a:t>
            </a:r>
            <a:r>
              <a:rPr lang="en-US" altLang="en-US">
                <a:solidFill>
                  <a:srgbClr val="071BF5"/>
                </a:solidFill>
                <a:latin typeface="Calibri"/>
                <a:cs typeface="Calibri"/>
              </a:rPr>
              <a:t>.</a:t>
            </a:r>
          </a:p>
        </p:txBody>
      </p:sp>
    </p:spTree>
    <p:extLst>
      <p:ext uri="{BB962C8B-B14F-4D97-AF65-F5344CB8AC3E}">
        <p14:creationId xmlns:p14="http://schemas.microsoft.com/office/powerpoint/2010/main" val="32719949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BF11F514-E242-4BBE-AFE5-BBBE315F95F9}"/>
              </a:ext>
            </a:extLst>
          </p:cNvPr>
          <p:cNvPicPr>
            <a:picLocks noChangeAspect="1"/>
          </p:cNvPicPr>
          <p:nvPr/>
        </p:nvPicPr>
        <p:blipFill>
          <a:blip r:embed="rId3"/>
          <a:stretch>
            <a:fillRect/>
          </a:stretch>
        </p:blipFill>
        <p:spPr>
          <a:xfrm>
            <a:off x="3489515" y="936362"/>
            <a:ext cx="8652293" cy="4510824"/>
          </a:xfrm>
          <a:prstGeom prst="rect">
            <a:avLst/>
          </a:prstGeom>
        </p:spPr>
      </p:pic>
      <p:sp>
        <p:nvSpPr>
          <p:cNvPr id="2" name="Title 1"/>
          <p:cNvSpPr>
            <a:spLocks noGrp="1"/>
          </p:cNvSpPr>
          <p:nvPr>
            <p:ph type="title"/>
          </p:nvPr>
        </p:nvSpPr>
        <p:spPr>
          <a:xfrm>
            <a:off x="252919" y="1123837"/>
            <a:ext cx="3076879" cy="4601183"/>
          </a:xfrm>
        </p:spPr>
        <p:txBody>
          <a:bodyPr/>
          <a:lstStyle/>
          <a:p>
            <a:pPr algn="ctr"/>
            <a:r>
              <a:rPr lang="en-MY">
                <a:latin typeface="Arial Rounded MT Bold"/>
              </a:rPr>
              <a:t>Upload Supervisors Verification from the company and Attendance Record</a:t>
            </a:r>
          </a:p>
        </p:txBody>
      </p:sp>
      <p:sp>
        <p:nvSpPr>
          <p:cNvPr id="4" name="Rectangle 3"/>
          <p:cNvSpPr/>
          <p:nvPr/>
        </p:nvSpPr>
        <p:spPr>
          <a:xfrm>
            <a:off x="5504507" y="3952587"/>
            <a:ext cx="6038661" cy="1754326"/>
          </a:xfrm>
          <a:prstGeom prst="rect">
            <a:avLst/>
          </a:prstGeom>
        </p:spPr>
        <p:txBody>
          <a:bodyPr wrap="square" lIns="91440" tIns="45720" rIns="91440" bIns="45720" anchor="t">
            <a:spAutoFit/>
          </a:bodyPr>
          <a:lstStyle/>
          <a:p>
            <a:pPr marL="117475" lvl="1">
              <a:defRPr/>
            </a:pPr>
            <a:r>
              <a:rPr lang="en-US" altLang="en-US" b="1" dirty="0">
                <a:solidFill>
                  <a:srgbClr val="071BF5"/>
                </a:solidFill>
                <a:latin typeface="Calibri"/>
                <a:cs typeface="Calibri"/>
              </a:rPr>
              <a:t>Note</a:t>
            </a:r>
            <a:r>
              <a:rPr lang="en-US" altLang="en-US" dirty="0">
                <a:solidFill>
                  <a:srgbClr val="071BF5"/>
                </a:solidFill>
                <a:latin typeface="Calibri"/>
                <a:cs typeface="Calibri"/>
              </a:rPr>
              <a:t>: </a:t>
            </a:r>
          </a:p>
          <a:p>
            <a:pPr marL="117475" lvl="1">
              <a:defRPr/>
            </a:pPr>
            <a:r>
              <a:rPr lang="en-US" altLang="en-US" dirty="0">
                <a:solidFill>
                  <a:srgbClr val="071BF5"/>
                </a:solidFill>
                <a:latin typeface="Calibri"/>
                <a:cs typeface="Calibri"/>
              </a:rPr>
              <a:t>Supervisors Verification = Logbook Industrial Attachment Approval </a:t>
            </a:r>
          </a:p>
          <a:p>
            <a:pPr marL="117475" lvl="1">
              <a:defRPr/>
            </a:pPr>
            <a:endParaRPr lang="en-US" altLang="en-US" dirty="0">
              <a:solidFill>
                <a:srgbClr val="071BF5"/>
              </a:solidFill>
              <a:latin typeface="Calibri"/>
              <a:cs typeface="Calibri"/>
            </a:endParaRPr>
          </a:p>
          <a:p>
            <a:pPr marL="117475" lvl="1">
              <a:defRPr/>
            </a:pPr>
            <a:r>
              <a:rPr lang="en-US" altLang="en-US" dirty="0">
                <a:solidFill>
                  <a:srgbClr val="071BF5"/>
                </a:solidFill>
                <a:latin typeface="Calibri"/>
                <a:cs typeface="Calibri"/>
              </a:rPr>
              <a:t>Please ensure Industry SV approves the Logbook Industrial Attachment Approval 3 times (Early, Mid and End Semester).</a:t>
            </a:r>
          </a:p>
        </p:txBody>
      </p:sp>
    </p:spTree>
    <p:extLst>
      <p:ext uri="{BB962C8B-B14F-4D97-AF65-F5344CB8AC3E}">
        <p14:creationId xmlns:p14="http://schemas.microsoft.com/office/powerpoint/2010/main" val="13873944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EEB55-0C4C-E144-BD3A-581640C07AFA}"/>
              </a:ext>
            </a:extLst>
          </p:cNvPr>
          <p:cNvSpPr>
            <a:spLocks noGrp="1"/>
          </p:cNvSpPr>
          <p:nvPr>
            <p:ph type="title"/>
          </p:nvPr>
        </p:nvSpPr>
        <p:spPr/>
        <p:txBody>
          <a:bodyPr/>
          <a:lstStyle/>
          <a:p>
            <a:r>
              <a:rPr lang="en-US">
                <a:latin typeface="Arial Rounded MT Bold"/>
              </a:rPr>
              <a:t>What do you get from </a:t>
            </a:r>
            <a:r>
              <a:rPr lang="en-US" err="1">
                <a:latin typeface="Arial Rounded MT Bold"/>
              </a:rPr>
              <a:t>ULearn</a:t>
            </a:r>
            <a:r>
              <a:rPr lang="en-US">
                <a:latin typeface="Arial Rounded MT Bold"/>
              </a:rPr>
              <a:t>?</a:t>
            </a:r>
            <a:br>
              <a:rPr lang="en-US">
                <a:latin typeface="Arial Rounded MT Bold"/>
              </a:rPr>
            </a:br>
            <a:br>
              <a:rPr lang="en-US"/>
            </a:br>
            <a:r>
              <a:rPr lang="en-US">
                <a:latin typeface="Arial Rounded MT Bold"/>
              </a:rPr>
              <a:t> </a:t>
            </a:r>
            <a:endParaRPr lang="en-US"/>
          </a:p>
        </p:txBody>
      </p:sp>
      <p:sp>
        <p:nvSpPr>
          <p:cNvPr id="3" name="Content Placeholder 2"/>
          <p:cNvSpPr>
            <a:spLocks noGrp="1"/>
          </p:cNvSpPr>
          <p:nvPr>
            <p:ph idx="1"/>
          </p:nvPr>
        </p:nvSpPr>
        <p:spPr>
          <a:xfrm>
            <a:off x="3682362" y="864108"/>
            <a:ext cx="7193723" cy="5268837"/>
          </a:xfrm>
        </p:spPr>
        <p:txBody>
          <a:bodyPr>
            <a:normAutofit/>
          </a:bodyPr>
          <a:lstStyle/>
          <a:p>
            <a:pPr marL="342900" indent="-342900">
              <a:buFont typeface="Arial" pitchFamily="18" charset="2"/>
              <a:buChar char="•"/>
            </a:pPr>
            <a:r>
              <a:rPr lang="en-US" sz="2800">
                <a:solidFill>
                  <a:schemeClr val="tx1"/>
                </a:solidFill>
                <a:latin typeface="Calibri"/>
                <a:cs typeface="Calibri"/>
              </a:rPr>
              <a:t>Complementary </a:t>
            </a:r>
            <a:r>
              <a:rPr lang="en-US" sz="2800">
                <a:solidFill>
                  <a:schemeClr val="accent1"/>
                </a:solidFill>
                <a:latin typeface="Calibri"/>
                <a:cs typeface="Calibri"/>
              </a:rPr>
              <a:t>medium/channel </a:t>
            </a:r>
            <a:r>
              <a:rPr lang="en-US" sz="2800">
                <a:solidFill>
                  <a:schemeClr val="tx1"/>
                </a:solidFill>
                <a:latin typeface="Calibri"/>
                <a:cs typeface="Calibri"/>
              </a:rPr>
              <a:t>for </a:t>
            </a:r>
            <a:br>
              <a:rPr lang="en-US" sz="2800">
                <a:solidFill>
                  <a:schemeClr val="tx1"/>
                </a:solidFill>
                <a:latin typeface="Calibri"/>
                <a:cs typeface="Calibri"/>
              </a:rPr>
            </a:br>
            <a:r>
              <a:rPr lang="en-US" sz="2800">
                <a:solidFill>
                  <a:schemeClr val="accent1"/>
                </a:solidFill>
                <a:latin typeface="Calibri"/>
                <a:cs typeface="Calibri"/>
              </a:rPr>
              <a:t>announcements </a:t>
            </a:r>
            <a:r>
              <a:rPr lang="en-US" sz="2800">
                <a:solidFill>
                  <a:schemeClr val="tx1"/>
                </a:solidFill>
                <a:latin typeface="Calibri"/>
                <a:cs typeface="Calibri"/>
              </a:rPr>
              <a:t>from Internship Committee (JKLI) and</a:t>
            </a:r>
            <a:r>
              <a:rPr lang="en-US" sz="2800">
                <a:latin typeface="Calibri"/>
                <a:cs typeface="Calibri"/>
              </a:rPr>
              <a:t> </a:t>
            </a:r>
            <a:r>
              <a:rPr lang="en-US" sz="2800">
                <a:solidFill>
                  <a:schemeClr val="accent1"/>
                </a:solidFill>
                <a:latin typeface="Calibri"/>
                <a:cs typeface="Calibri"/>
              </a:rPr>
              <a:t>LI report storage.</a:t>
            </a:r>
          </a:p>
          <a:p>
            <a:pPr marL="342900" indent="-342900">
              <a:buFont typeface="Arial" pitchFamily="18" charset="2"/>
              <a:buChar char="•"/>
            </a:pPr>
            <a:r>
              <a:rPr lang="en-US" sz="2800" u="sng">
                <a:solidFill>
                  <a:schemeClr val="tx1"/>
                </a:solidFill>
                <a:latin typeface="Calibri"/>
                <a:cs typeface="Calibri"/>
              </a:rPr>
              <a:t>LI Briefing (1 &amp; 2)</a:t>
            </a:r>
            <a:r>
              <a:rPr lang="en-US" sz="2800">
                <a:solidFill>
                  <a:schemeClr val="tx1"/>
                </a:solidFill>
                <a:latin typeface="Calibri"/>
                <a:cs typeface="Calibri"/>
              </a:rPr>
              <a:t> materials.</a:t>
            </a:r>
          </a:p>
          <a:p>
            <a:pPr marL="342900" indent="-342900">
              <a:buFont typeface="Arial" pitchFamily="18" charset="2"/>
              <a:buChar char="•"/>
            </a:pPr>
            <a:r>
              <a:rPr lang="en-US" sz="2800">
                <a:solidFill>
                  <a:schemeClr val="tx1"/>
                </a:solidFill>
                <a:latin typeface="Calibri"/>
                <a:cs typeface="Calibri"/>
              </a:rPr>
              <a:t>All LI related </a:t>
            </a:r>
            <a:r>
              <a:rPr lang="en-US" sz="2800" u="sng">
                <a:solidFill>
                  <a:schemeClr val="tx1"/>
                </a:solidFill>
                <a:latin typeface="Calibri"/>
                <a:cs typeface="Calibri"/>
              </a:rPr>
              <a:t>documents</a:t>
            </a:r>
            <a:r>
              <a:rPr lang="en-US" sz="2800">
                <a:solidFill>
                  <a:schemeClr val="tx1"/>
                </a:solidFill>
                <a:latin typeface="Calibri"/>
                <a:cs typeface="Calibri"/>
              </a:rPr>
              <a:t>.</a:t>
            </a:r>
            <a:endParaRPr lang="en-US" sz="2800">
              <a:solidFill>
                <a:schemeClr val="tx1"/>
              </a:solidFill>
            </a:endParaRPr>
          </a:p>
          <a:p>
            <a:pPr marL="342900" indent="-342900">
              <a:buFont typeface="Arial" pitchFamily="18" charset="2"/>
              <a:buChar char="•"/>
            </a:pPr>
            <a:r>
              <a:rPr lang="en-US" sz="2800" u="sng">
                <a:solidFill>
                  <a:schemeClr val="tx1"/>
                </a:solidFill>
                <a:latin typeface="Calibri"/>
                <a:cs typeface="Calibri"/>
              </a:rPr>
              <a:t>Guideline</a:t>
            </a:r>
            <a:r>
              <a:rPr lang="en-US" sz="2800">
                <a:solidFill>
                  <a:schemeClr val="tx1"/>
                </a:solidFill>
                <a:latin typeface="Calibri"/>
                <a:cs typeface="Calibri"/>
              </a:rPr>
              <a:t> for Preparing LI Report v2021.</a:t>
            </a:r>
          </a:p>
        </p:txBody>
      </p:sp>
    </p:spTree>
    <p:extLst>
      <p:ext uri="{BB962C8B-B14F-4D97-AF65-F5344CB8AC3E}">
        <p14:creationId xmlns:p14="http://schemas.microsoft.com/office/powerpoint/2010/main" val="10728681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After LI ends </a:t>
            </a:r>
            <a:br>
              <a:rPr lang="en-MY">
                <a:latin typeface="Arial Rounded MT Bold"/>
              </a:rPr>
            </a:br>
            <a:br>
              <a:rPr lang="en-MY"/>
            </a:br>
            <a:r>
              <a:rPr lang="en-MY" i="1" err="1">
                <a:latin typeface="Arial Rounded MT Bold"/>
              </a:rPr>
              <a:t>ULearn</a:t>
            </a:r>
            <a:br>
              <a:rPr lang="en-MY" i="1">
                <a:latin typeface="Arial Rounded MT Bold"/>
              </a:rPr>
            </a:br>
            <a:endParaRPr lang="en-MY">
              <a:latin typeface="Arial Rounded MT Bold"/>
            </a:endParaRPr>
          </a:p>
        </p:txBody>
      </p:sp>
      <p:sp>
        <p:nvSpPr>
          <p:cNvPr id="3" name="Content Placeholder 2"/>
          <p:cNvSpPr>
            <a:spLocks noGrp="1"/>
          </p:cNvSpPr>
          <p:nvPr>
            <p:ph idx="1"/>
          </p:nvPr>
        </p:nvSpPr>
        <p:spPr>
          <a:xfrm>
            <a:off x="3373194" y="752474"/>
            <a:ext cx="8292379" cy="4972546"/>
          </a:xfrm>
        </p:spPr>
        <p:txBody>
          <a:bodyPr>
            <a:noAutofit/>
          </a:bodyPr>
          <a:lstStyle/>
          <a:p>
            <a:pPr lvl="1" indent="-457200">
              <a:spcAft>
                <a:spcPts val="0"/>
              </a:spcAft>
              <a:defRPr/>
            </a:pPr>
            <a:r>
              <a:rPr lang="en-US" sz="2800">
                <a:solidFill>
                  <a:schemeClr val="tx1">
                    <a:lumMod val="85000"/>
                  </a:schemeClr>
                </a:solidFill>
                <a:latin typeface="Calibri"/>
                <a:cs typeface="Calibri"/>
              </a:rPr>
              <a:t>Submit </a:t>
            </a:r>
            <a:r>
              <a:rPr lang="en-US" sz="2800">
                <a:solidFill>
                  <a:schemeClr val="tx1"/>
                </a:solidFill>
                <a:latin typeface="Calibri"/>
                <a:cs typeface="Calibri"/>
              </a:rPr>
              <a:t>Industrial Training Report </a:t>
            </a:r>
            <a:r>
              <a:rPr lang="en-US" sz="2800">
                <a:solidFill>
                  <a:schemeClr val="tx1">
                    <a:lumMod val="85000"/>
                  </a:schemeClr>
                </a:solidFill>
                <a:latin typeface="Calibri"/>
                <a:cs typeface="Calibri"/>
              </a:rPr>
              <a:t>on </a:t>
            </a:r>
            <a:r>
              <a:rPr lang="en-US" sz="2800" err="1">
                <a:solidFill>
                  <a:srgbClr val="071BF5"/>
                </a:solidFill>
                <a:latin typeface="Calibri"/>
                <a:cs typeface="Calibri"/>
              </a:rPr>
              <a:t>ULearn</a:t>
            </a:r>
            <a:r>
              <a:rPr lang="en-US" sz="2800">
                <a:solidFill>
                  <a:srgbClr val="071BF5"/>
                </a:solidFill>
                <a:latin typeface="Calibri"/>
                <a:cs typeface="Calibri"/>
              </a:rPr>
              <a:t> </a:t>
            </a:r>
            <a:r>
              <a:rPr lang="en-US" sz="2800">
                <a:solidFill>
                  <a:schemeClr val="tx1"/>
                </a:solidFill>
                <a:latin typeface="Calibri"/>
                <a:cs typeface="Calibri"/>
              </a:rPr>
              <a:t>on the </a:t>
            </a:r>
            <a:r>
              <a:rPr lang="en-US" sz="2800">
                <a:solidFill>
                  <a:schemeClr val="accent6"/>
                </a:solidFill>
                <a:latin typeface="Calibri"/>
                <a:cs typeface="Calibri"/>
              </a:rPr>
              <a:t>next Wednesday</a:t>
            </a:r>
            <a:r>
              <a:rPr lang="en-US" sz="2800">
                <a:solidFill>
                  <a:schemeClr val="tx1"/>
                </a:solidFill>
                <a:latin typeface="Calibri"/>
                <a:cs typeface="Calibri"/>
              </a:rPr>
              <a:t> after the LI ends.</a:t>
            </a:r>
          </a:p>
          <a:p>
            <a:pPr lvl="1" indent="-457200">
              <a:spcAft>
                <a:spcPts val="0"/>
              </a:spcAft>
              <a:defRPr/>
            </a:pPr>
            <a:endParaRPr lang="en-US" sz="2800">
              <a:solidFill>
                <a:schemeClr val="tx1"/>
              </a:solidFill>
              <a:latin typeface="Calibri"/>
              <a:cs typeface="Calibri"/>
            </a:endParaRPr>
          </a:p>
          <a:p>
            <a:pPr lvl="1" indent="-457200">
              <a:spcAft>
                <a:spcPts val="0"/>
              </a:spcAft>
              <a:defRPr/>
            </a:pPr>
            <a:r>
              <a:rPr lang="en-US" sz="2800">
                <a:solidFill>
                  <a:schemeClr val="tx1"/>
                </a:solidFill>
                <a:latin typeface="Calibri"/>
                <a:cs typeface="Calibri"/>
              </a:rPr>
              <a:t>Ensure it has follows the </a:t>
            </a:r>
            <a:r>
              <a:rPr lang="en-US" sz="2800" u="sng">
                <a:solidFill>
                  <a:schemeClr val="tx1"/>
                </a:solidFill>
                <a:latin typeface="Calibri"/>
                <a:cs typeface="Calibri"/>
              </a:rPr>
              <a:t>v2021 Guidelines (latest)</a:t>
            </a:r>
            <a:r>
              <a:rPr lang="en-US" sz="2800">
                <a:solidFill>
                  <a:schemeClr val="tx1"/>
                </a:solidFill>
                <a:latin typeface="Calibri"/>
                <a:cs typeface="Calibri"/>
              </a:rPr>
              <a:t>.</a:t>
            </a:r>
            <a:endParaRPr lang="en-US" sz="2800">
              <a:solidFill>
                <a:schemeClr val="tx1"/>
              </a:solidFill>
              <a:cs typeface="Calibri"/>
            </a:endParaRPr>
          </a:p>
        </p:txBody>
      </p:sp>
    </p:spTree>
    <p:extLst>
      <p:ext uri="{BB962C8B-B14F-4D97-AF65-F5344CB8AC3E}">
        <p14:creationId xmlns:p14="http://schemas.microsoft.com/office/powerpoint/2010/main" val="1307620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a.</a:t>
            </a:r>
            <a:br>
              <a:rPr lang="en-MY"/>
            </a:br>
            <a:r>
              <a:rPr lang="en-MY">
                <a:latin typeface="Arial Rounded MT Bold"/>
              </a:rPr>
              <a:t>Industrial Training Declaration form</a:t>
            </a:r>
            <a:endParaRPr lang="en-US">
              <a:latin typeface="Arial Rounded MT Bold"/>
            </a:endParaRPr>
          </a:p>
        </p:txBody>
      </p:sp>
      <p:pic>
        <p:nvPicPr>
          <p:cNvPr id="3" name="Picture 2"/>
          <p:cNvPicPr>
            <a:picLocks noChangeAspect="1"/>
          </p:cNvPicPr>
          <p:nvPr/>
        </p:nvPicPr>
        <p:blipFill>
          <a:blip r:embed="rId2"/>
          <a:stretch>
            <a:fillRect/>
          </a:stretch>
        </p:blipFill>
        <p:spPr>
          <a:xfrm>
            <a:off x="3479778" y="-5619"/>
            <a:ext cx="6440121" cy="7372860"/>
          </a:xfrm>
          <a:prstGeom prst="rect">
            <a:avLst/>
          </a:prstGeom>
        </p:spPr>
      </p:pic>
      <p:sp>
        <p:nvSpPr>
          <p:cNvPr id="4" name="TextBox 3">
            <a:extLst>
              <a:ext uri="{FF2B5EF4-FFF2-40B4-BE49-F238E27FC236}">
                <a16:creationId xmlns:a16="http://schemas.microsoft.com/office/drawing/2014/main" id="{34E97588-DCC6-4E3C-90CC-9431FBD94B2B}"/>
              </a:ext>
            </a:extLst>
          </p:cNvPr>
          <p:cNvSpPr txBox="1"/>
          <p:nvPr/>
        </p:nvSpPr>
        <p:spPr>
          <a:xfrm>
            <a:off x="7838661" y="3862812"/>
            <a:ext cx="3347664" cy="646331"/>
          </a:xfrm>
          <a:prstGeom prst="rect">
            <a:avLst/>
          </a:prstGeom>
          <a:noFill/>
        </p:spPr>
        <p:txBody>
          <a:bodyPr wrap="square" lIns="91440" tIns="45720" rIns="91440" bIns="45720" rtlCol="0" anchor="t">
            <a:spAutoFit/>
          </a:bodyPr>
          <a:lstStyle/>
          <a:p>
            <a:r>
              <a:rPr lang="en-US" b="1" dirty="0">
                <a:solidFill>
                  <a:srgbClr val="FF0000"/>
                </a:solidFill>
                <a:latin typeface="Calibri"/>
                <a:cs typeface="Calibri"/>
              </a:rPr>
              <a:t>*Date - must be the official LI end date</a:t>
            </a:r>
            <a:endParaRPr lang="en-MW" b="1" dirty="0">
              <a:solidFill>
                <a:srgbClr val="FF0000"/>
              </a:solidFill>
              <a:latin typeface="Calibri"/>
              <a:cs typeface="Calibri"/>
            </a:endParaRPr>
          </a:p>
        </p:txBody>
      </p:sp>
    </p:spTree>
    <p:extLst>
      <p:ext uri="{BB962C8B-B14F-4D97-AF65-F5344CB8AC3E}">
        <p14:creationId xmlns:p14="http://schemas.microsoft.com/office/powerpoint/2010/main" val="17895373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Table&#10;&#10;Description automatically generated">
            <a:extLst>
              <a:ext uri="{FF2B5EF4-FFF2-40B4-BE49-F238E27FC236}">
                <a16:creationId xmlns:a16="http://schemas.microsoft.com/office/drawing/2014/main" id="{1A0678D0-FD77-4F97-A85D-DE052D5029D5}"/>
              </a:ext>
            </a:extLst>
          </p:cNvPr>
          <p:cNvPicPr>
            <a:picLocks noChangeAspect="1"/>
          </p:cNvPicPr>
          <p:nvPr/>
        </p:nvPicPr>
        <p:blipFill>
          <a:blip r:embed="rId3"/>
          <a:stretch>
            <a:fillRect/>
          </a:stretch>
        </p:blipFill>
        <p:spPr>
          <a:xfrm>
            <a:off x="4449218" y="0"/>
            <a:ext cx="5223964" cy="6858000"/>
          </a:xfrm>
          <a:prstGeom prst="rect">
            <a:avLst/>
          </a:prstGeom>
        </p:spPr>
      </p:pic>
      <p:sp>
        <p:nvSpPr>
          <p:cNvPr id="2" name="Title 1">
            <a:extLst>
              <a:ext uri="{FF2B5EF4-FFF2-40B4-BE49-F238E27FC236}">
                <a16:creationId xmlns:a16="http://schemas.microsoft.com/office/drawing/2014/main" id="{E6854D35-E60A-400C-812C-65FB0882980B}"/>
              </a:ext>
            </a:extLst>
          </p:cNvPr>
          <p:cNvSpPr>
            <a:spLocks noGrp="1"/>
          </p:cNvSpPr>
          <p:nvPr>
            <p:ph type="title"/>
          </p:nvPr>
        </p:nvSpPr>
        <p:spPr/>
        <p:txBody>
          <a:bodyPr/>
          <a:lstStyle/>
          <a:p>
            <a:pPr algn="ctr"/>
            <a:r>
              <a:rPr lang="en-MY">
                <a:latin typeface="Arial Rounded MT Bold"/>
              </a:rPr>
              <a:t>b.</a:t>
            </a:r>
            <a:br>
              <a:rPr lang="en-MY"/>
            </a:br>
            <a:r>
              <a:rPr lang="en-MY">
                <a:latin typeface="Arial Rounded MT Bold"/>
              </a:rPr>
              <a:t>Item Checklist Verification</a:t>
            </a:r>
            <a:endParaRPr lang="en-MW"/>
          </a:p>
        </p:txBody>
      </p:sp>
      <p:sp>
        <p:nvSpPr>
          <p:cNvPr id="8" name="Rectangle 7">
            <a:extLst>
              <a:ext uri="{FF2B5EF4-FFF2-40B4-BE49-F238E27FC236}">
                <a16:creationId xmlns:a16="http://schemas.microsoft.com/office/drawing/2014/main" id="{8BF5218C-F705-4583-803F-E106A0B8CEA4}"/>
              </a:ext>
            </a:extLst>
          </p:cNvPr>
          <p:cNvSpPr/>
          <p:nvPr/>
        </p:nvSpPr>
        <p:spPr>
          <a:xfrm>
            <a:off x="7081520" y="2426546"/>
            <a:ext cx="1295077" cy="4360333"/>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W"/>
          </a:p>
        </p:txBody>
      </p:sp>
      <p:sp>
        <p:nvSpPr>
          <p:cNvPr id="9" name="Arrow: Down 8">
            <a:extLst>
              <a:ext uri="{FF2B5EF4-FFF2-40B4-BE49-F238E27FC236}">
                <a16:creationId xmlns:a16="http://schemas.microsoft.com/office/drawing/2014/main" id="{858E5188-F11B-4F86-A95D-84E6BF8B1C00}"/>
              </a:ext>
            </a:extLst>
          </p:cNvPr>
          <p:cNvSpPr/>
          <p:nvPr/>
        </p:nvSpPr>
        <p:spPr>
          <a:xfrm rot="5400000">
            <a:off x="9543642" y="2473960"/>
            <a:ext cx="259080" cy="3403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W"/>
          </a:p>
        </p:txBody>
      </p:sp>
      <p:sp>
        <p:nvSpPr>
          <p:cNvPr id="15" name="Right Brace 14">
            <a:extLst>
              <a:ext uri="{FF2B5EF4-FFF2-40B4-BE49-F238E27FC236}">
                <a16:creationId xmlns:a16="http://schemas.microsoft.com/office/drawing/2014/main" id="{8C404D38-D172-4669-9821-60213161EADA}"/>
              </a:ext>
            </a:extLst>
          </p:cNvPr>
          <p:cNvSpPr/>
          <p:nvPr/>
        </p:nvSpPr>
        <p:spPr>
          <a:xfrm>
            <a:off x="9548264" y="2840136"/>
            <a:ext cx="440515" cy="3885946"/>
          </a:xfrm>
          <a:prstGeom prst="rightBrace">
            <a:avLst>
              <a:gd name="adj1" fmla="val 8333"/>
              <a:gd name="adj2" fmla="val 51307"/>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W"/>
          </a:p>
        </p:txBody>
      </p:sp>
      <p:sp>
        <p:nvSpPr>
          <p:cNvPr id="16" name="Rectangle 15">
            <a:extLst>
              <a:ext uri="{FF2B5EF4-FFF2-40B4-BE49-F238E27FC236}">
                <a16:creationId xmlns:a16="http://schemas.microsoft.com/office/drawing/2014/main" id="{1ADC1ADB-6D9F-4CFC-B551-7F1354CAFAA2}"/>
              </a:ext>
            </a:extLst>
          </p:cNvPr>
          <p:cNvSpPr/>
          <p:nvPr/>
        </p:nvSpPr>
        <p:spPr>
          <a:xfrm>
            <a:off x="10048240" y="2346960"/>
            <a:ext cx="1452880" cy="837946"/>
          </a:xfrm>
          <a:prstGeom prst="rect">
            <a:avLst/>
          </a:prstGeom>
          <a:solidFill>
            <a:srgbClr val="003399"/>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latin typeface="Calibri"/>
                <a:cs typeface="Calibri"/>
              </a:rPr>
              <a:t>Signed and stamp by the Industry SV</a:t>
            </a:r>
            <a:endParaRPr lang="en-MW" b="1">
              <a:latin typeface="Calibri"/>
              <a:cs typeface="Calibri"/>
            </a:endParaRPr>
          </a:p>
        </p:txBody>
      </p:sp>
      <p:sp>
        <p:nvSpPr>
          <p:cNvPr id="17" name="Rectangle 16">
            <a:extLst>
              <a:ext uri="{FF2B5EF4-FFF2-40B4-BE49-F238E27FC236}">
                <a16:creationId xmlns:a16="http://schemas.microsoft.com/office/drawing/2014/main" id="{7B5C38C8-C4A7-484A-B18A-C1A0B27979FC}"/>
              </a:ext>
            </a:extLst>
          </p:cNvPr>
          <p:cNvSpPr/>
          <p:nvPr/>
        </p:nvSpPr>
        <p:spPr>
          <a:xfrm>
            <a:off x="10079691" y="4246286"/>
            <a:ext cx="1452880" cy="8379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latin typeface="Calibri"/>
                <a:cs typeface="Calibri"/>
              </a:rPr>
              <a:t>Signed and stamp by the Faculty SV</a:t>
            </a:r>
            <a:endParaRPr lang="en-MW" b="1">
              <a:latin typeface="Calibri"/>
              <a:cs typeface="Calibri"/>
            </a:endParaRPr>
          </a:p>
        </p:txBody>
      </p:sp>
      <p:sp>
        <p:nvSpPr>
          <p:cNvPr id="11" name="Rectangle 10">
            <a:extLst>
              <a:ext uri="{FF2B5EF4-FFF2-40B4-BE49-F238E27FC236}">
                <a16:creationId xmlns:a16="http://schemas.microsoft.com/office/drawing/2014/main" id="{0A352003-DAF0-4A75-A916-F1B70454E926}"/>
              </a:ext>
            </a:extLst>
          </p:cNvPr>
          <p:cNvSpPr/>
          <p:nvPr/>
        </p:nvSpPr>
        <p:spPr>
          <a:xfrm>
            <a:off x="4720569" y="652710"/>
            <a:ext cx="4742814" cy="562824"/>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W"/>
          </a:p>
        </p:txBody>
      </p:sp>
      <p:sp>
        <p:nvSpPr>
          <p:cNvPr id="6" name="Speech Bubble: Oval 5">
            <a:extLst>
              <a:ext uri="{FF2B5EF4-FFF2-40B4-BE49-F238E27FC236}">
                <a16:creationId xmlns:a16="http://schemas.microsoft.com/office/drawing/2014/main" id="{C948B044-EE1A-4E97-920E-8B1F04C67577}"/>
              </a:ext>
            </a:extLst>
          </p:cNvPr>
          <p:cNvSpPr/>
          <p:nvPr/>
        </p:nvSpPr>
        <p:spPr>
          <a:xfrm>
            <a:off x="9409241" y="182880"/>
            <a:ext cx="2429157" cy="940957"/>
          </a:xfrm>
          <a:prstGeom prst="wedgeEllipseCallout">
            <a:avLst>
              <a:gd name="adj1" fmla="val -56643"/>
              <a:gd name="adj2" fmla="val 19345"/>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latin typeface="Calibri"/>
                <a:cs typeface="Calibri"/>
              </a:rPr>
              <a:t>Student fill in the Faculty SV details</a:t>
            </a:r>
            <a:endParaRPr lang="en-MW" b="1">
              <a:latin typeface="Calibri"/>
              <a:cs typeface="Calibri"/>
            </a:endParaRPr>
          </a:p>
        </p:txBody>
      </p:sp>
      <p:sp>
        <p:nvSpPr>
          <p:cNvPr id="18" name="Speech Bubble: Oval 17">
            <a:extLst>
              <a:ext uri="{FF2B5EF4-FFF2-40B4-BE49-F238E27FC236}">
                <a16:creationId xmlns:a16="http://schemas.microsoft.com/office/drawing/2014/main" id="{48D36EB5-4DD3-41B8-B8D8-E5A19F48B3F1}"/>
              </a:ext>
            </a:extLst>
          </p:cNvPr>
          <p:cNvSpPr/>
          <p:nvPr/>
        </p:nvSpPr>
        <p:spPr>
          <a:xfrm>
            <a:off x="9898338" y="5381967"/>
            <a:ext cx="2091879" cy="937880"/>
          </a:xfrm>
          <a:prstGeom prst="wedgeEllipseCallout">
            <a:avLst>
              <a:gd name="adj1" fmla="val -139210"/>
              <a:gd name="adj2" fmla="val -90991"/>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latin typeface="Calibri"/>
                <a:cs typeface="Calibri"/>
              </a:rPr>
              <a:t>Student fill in the dates</a:t>
            </a:r>
            <a:endParaRPr lang="en-MW" b="1">
              <a:latin typeface="Calibri"/>
              <a:cs typeface="Calibri"/>
            </a:endParaRPr>
          </a:p>
        </p:txBody>
      </p:sp>
    </p:spTree>
    <p:extLst>
      <p:ext uri="{BB962C8B-B14F-4D97-AF65-F5344CB8AC3E}">
        <p14:creationId xmlns:p14="http://schemas.microsoft.com/office/powerpoint/2010/main" val="7208969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918" y="1123837"/>
            <a:ext cx="3105917" cy="4601183"/>
          </a:xfrm>
        </p:spPr>
        <p:txBody>
          <a:bodyPr/>
          <a:lstStyle/>
          <a:p>
            <a:pPr algn="ctr"/>
            <a:r>
              <a:rPr lang="en-MY">
                <a:latin typeface="Arial Rounded MT Bold"/>
              </a:rPr>
              <a:t>c.</a:t>
            </a:r>
            <a:br>
              <a:rPr lang="en-MY">
                <a:latin typeface="Arial Rounded MT Bold"/>
              </a:rPr>
            </a:br>
            <a:r>
              <a:rPr lang="en-MY">
                <a:latin typeface="Arial Rounded MT Bold"/>
              </a:rPr>
              <a:t>Complete Surveys</a:t>
            </a:r>
          </a:p>
        </p:txBody>
      </p:sp>
      <p:sp>
        <p:nvSpPr>
          <p:cNvPr id="4" name="Content Placeholder 2">
            <a:extLst>
              <a:ext uri="{FF2B5EF4-FFF2-40B4-BE49-F238E27FC236}">
                <a16:creationId xmlns:a16="http://schemas.microsoft.com/office/drawing/2014/main" id="{590142E9-50E7-4C0E-8AA9-621FD170035B}"/>
              </a:ext>
            </a:extLst>
          </p:cNvPr>
          <p:cNvSpPr>
            <a:spLocks noGrp="1"/>
          </p:cNvSpPr>
          <p:nvPr>
            <p:ph idx="1"/>
          </p:nvPr>
        </p:nvSpPr>
        <p:spPr>
          <a:xfrm>
            <a:off x="3682362" y="864108"/>
            <a:ext cx="7880772" cy="5268837"/>
          </a:xfrm>
        </p:spPr>
        <p:txBody>
          <a:bodyPr>
            <a:normAutofit/>
          </a:bodyPr>
          <a:lstStyle/>
          <a:p>
            <a:pPr marL="0" indent="0">
              <a:buNone/>
            </a:pPr>
            <a:r>
              <a:rPr lang="en-US" sz="2800">
                <a:solidFill>
                  <a:schemeClr val="tx1"/>
                </a:solidFill>
                <a:latin typeface="Calibri"/>
                <a:cs typeface="Calibri"/>
              </a:rPr>
              <a:t>Student are required to answer </a:t>
            </a:r>
            <a:r>
              <a:rPr lang="en-US" sz="2800" b="1">
                <a:solidFill>
                  <a:schemeClr val="tx1"/>
                </a:solidFill>
                <a:latin typeface="Calibri"/>
                <a:cs typeface="Calibri"/>
              </a:rPr>
              <a:t>TWO</a:t>
            </a:r>
            <a:r>
              <a:rPr lang="en-US" sz="2800">
                <a:solidFill>
                  <a:schemeClr val="tx1"/>
                </a:solidFill>
                <a:latin typeface="Calibri"/>
                <a:cs typeface="Calibri"/>
              </a:rPr>
              <a:t> Survey:-</a:t>
            </a:r>
          </a:p>
          <a:p>
            <a:pPr marL="0" indent="0">
              <a:buNone/>
            </a:pPr>
            <a:r>
              <a:rPr lang="en-US" sz="2800">
                <a:solidFill>
                  <a:schemeClr val="tx1"/>
                </a:solidFill>
                <a:latin typeface="Calibri"/>
                <a:cs typeface="Calibri"/>
              </a:rPr>
              <a:t>1. End-of-Sem LI Survey</a:t>
            </a:r>
            <a:br>
              <a:rPr lang="en-US" sz="2800">
                <a:latin typeface="Calibri"/>
                <a:cs typeface="Calibri"/>
              </a:rPr>
            </a:br>
            <a:r>
              <a:rPr lang="en-US" sz="2800">
                <a:solidFill>
                  <a:schemeClr val="tx1"/>
                </a:solidFill>
                <a:latin typeface="Calibri"/>
                <a:cs typeface="Calibri"/>
              </a:rPr>
              <a:t>2. Exit Survey</a:t>
            </a:r>
          </a:p>
          <a:p>
            <a:pPr marL="0" indent="0">
              <a:buNone/>
            </a:pPr>
            <a:r>
              <a:rPr lang="en-US" sz="2800">
                <a:solidFill>
                  <a:schemeClr val="tx1"/>
                </a:solidFill>
                <a:latin typeface="Calibri"/>
                <a:cs typeface="Calibri"/>
              </a:rPr>
              <a:t>The survey link will be provided during the Second Visit and also in the </a:t>
            </a:r>
            <a:r>
              <a:rPr lang="en-US" sz="2800" err="1">
                <a:solidFill>
                  <a:schemeClr val="tx1"/>
                </a:solidFill>
                <a:latin typeface="Calibri"/>
                <a:cs typeface="Calibri"/>
              </a:rPr>
              <a:t>ULearn</a:t>
            </a:r>
            <a:r>
              <a:rPr lang="en-US" sz="2800">
                <a:solidFill>
                  <a:schemeClr val="tx1"/>
                </a:solidFill>
                <a:latin typeface="Calibri"/>
                <a:cs typeface="Calibri"/>
              </a:rPr>
              <a:t>.</a:t>
            </a:r>
          </a:p>
        </p:txBody>
      </p:sp>
    </p:spTree>
    <p:extLst>
      <p:ext uri="{BB962C8B-B14F-4D97-AF65-F5344CB8AC3E}">
        <p14:creationId xmlns:p14="http://schemas.microsoft.com/office/powerpoint/2010/main" val="5602422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6D23A-B17B-4173-B39E-E39719A38FDB}"/>
              </a:ext>
            </a:extLst>
          </p:cNvPr>
          <p:cNvSpPr>
            <a:spLocks noGrp="1"/>
          </p:cNvSpPr>
          <p:nvPr>
            <p:ph type="title"/>
          </p:nvPr>
        </p:nvSpPr>
        <p:spPr/>
        <p:txBody>
          <a:bodyPr>
            <a:normAutofit/>
          </a:bodyPr>
          <a:lstStyle/>
          <a:p>
            <a:pPr algn="ctr"/>
            <a:r>
              <a:rPr lang="en-US">
                <a:latin typeface="Arial Rounded MT Bold"/>
              </a:rPr>
              <a:t>Example Free PDF Software</a:t>
            </a:r>
            <a:endParaRPr lang="en-US"/>
          </a:p>
        </p:txBody>
      </p:sp>
      <p:sp>
        <p:nvSpPr>
          <p:cNvPr id="3" name="Content Placeholder 2">
            <a:extLst>
              <a:ext uri="{FF2B5EF4-FFF2-40B4-BE49-F238E27FC236}">
                <a16:creationId xmlns:a16="http://schemas.microsoft.com/office/drawing/2014/main" id="{0631342D-D6A4-4FB5-B89E-8A94097B9620}"/>
              </a:ext>
            </a:extLst>
          </p:cNvPr>
          <p:cNvSpPr>
            <a:spLocks noGrp="1"/>
          </p:cNvSpPr>
          <p:nvPr>
            <p:ph idx="1"/>
          </p:nvPr>
        </p:nvSpPr>
        <p:spPr/>
        <p:txBody>
          <a:bodyPr>
            <a:normAutofit/>
          </a:bodyPr>
          <a:lstStyle/>
          <a:p>
            <a:r>
              <a:rPr lang="en-US" sz="2800" b="1" dirty="0">
                <a:solidFill>
                  <a:schemeClr val="tx1"/>
                </a:solidFill>
                <a:latin typeface="Calibri"/>
                <a:cs typeface="Calibri"/>
              </a:rPr>
              <a:t>Insert softcopy signature</a:t>
            </a:r>
          </a:p>
          <a:p>
            <a:pPr marL="0" indent="0">
              <a:buNone/>
            </a:pPr>
            <a:r>
              <a:rPr lang="en-US" sz="2800" dirty="0">
                <a:solidFill>
                  <a:schemeClr val="tx1"/>
                </a:solidFill>
                <a:latin typeface="Calibri"/>
                <a:cs typeface="Calibri"/>
              </a:rPr>
              <a:t>    </a:t>
            </a:r>
            <a:r>
              <a:rPr lang="en-US" sz="2800" dirty="0" err="1">
                <a:solidFill>
                  <a:schemeClr val="tx1"/>
                </a:solidFill>
                <a:latin typeface="Calibri"/>
                <a:cs typeface="Calibri"/>
              </a:rPr>
              <a:t>Foxit</a:t>
            </a:r>
            <a:r>
              <a:rPr lang="en-US" sz="2800" dirty="0">
                <a:solidFill>
                  <a:schemeClr val="tx1"/>
                </a:solidFill>
                <a:latin typeface="Calibri"/>
                <a:cs typeface="Calibri"/>
              </a:rPr>
              <a:t> Reader</a:t>
            </a:r>
          </a:p>
          <a:p>
            <a:pPr marL="0" indent="0">
              <a:buNone/>
            </a:pPr>
            <a:endParaRPr lang="en-US" sz="2800" dirty="0">
              <a:solidFill>
                <a:schemeClr val="tx1"/>
              </a:solidFill>
              <a:latin typeface="Calibri"/>
              <a:cs typeface="Calibri"/>
            </a:endParaRPr>
          </a:p>
          <a:p>
            <a:r>
              <a:rPr lang="en-US" sz="2800" b="1" dirty="0">
                <a:solidFill>
                  <a:schemeClr val="tx1"/>
                </a:solidFill>
                <a:latin typeface="Calibri"/>
                <a:cs typeface="Calibri"/>
              </a:rPr>
              <a:t>Combine Multiple PDF Files</a:t>
            </a:r>
          </a:p>
          <a:p>
            <a:pPr marL="0" indent="0">
              <a:buNone/>
            </a:pPr>
            <a:r>
              <a:rPr lang="en-US" sz="2800" dirty="0">
                <a:solidFill>
                  <a:schemeClr val="tx1"/>
                </a:solidFill>
                <a:latin typeface="Calibri"/>
                <a:ea typeface="+mn-lt"/>
                <a:cs typeface="Calibri"/>
              </a:rPr>
              <a:t>    https://www.ilovepdf.com/merge_pdf</a:t>
            </a:r>
            <a:endParaRPr lang="en-US" sz="2800" dirty="0">
              <a:solidFill>
                <a:schemeClr val="tx1"/>
              </a:solidFill>
              <a:latin typeface="Calibri"/>
              <a:cs typeface="Calibri"/>
            </a:endParaRPr>
          </a:p>
          <a:p>
            <a:endParaRPr lang="en-US" sz="3200" dirty="0">
              <a:latin typeface="Calibri"/>
              <a:cs typeface="Calibri"/>
            </a:endParaRPr>
          </a:p>
        </p:txBody>
      </p:sp>
    </p:spTree>
    <p:extLst>
      <p:ext uri="{BB962C8B-B14F-4D97-AF65-F5344CB8AC3E}">
        <p14:creationId xmlns:p14="http://schemas.microsoft.com/office/powerpoint/2010/main" val="1762131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Industry Feedback</a:t>
            </a:r>
            <a:endParaRPr lang="en-US"/>
          </a:p>
        </p:txBody>
      </p:sp>
      <p:graphicFrame>
        <p:nvGraphicFramePr>
          <p:cNvPr id="7" name="Table 6">
            <a:extLst>
              <a:ext uri="{FF2B5EF4-FFF2-40B4-BE49-F238E27FC236}">
                <a16:creationId xmlns:a16="http://schemas.microsoft.com/office/drawing/2014/main" id="{47CC3348-0C85-4C33-9557-A0ED20E0A600}"/>
              </a:ext>
            </a:extLst>
          </p:cNvPr>
          <p:cNvGraphicFramePr>
            <a:graphicFrameLocks noGrp="1"/>
          </p:cNvGraphicFramePr>
          <p:nvPr>
            <p:extLst>
              <p:ext uri="{D42A27DB-BD31-4B8C-83A1-F6EECF244321}">
                <p14:modId xmlns:p14="http://schemas.microsoft.com/office/powerpoint/2010/main" val="3023291145"/>
              </p:ext>
            </p:extLst>
          </p:nvPr>
        </p:nvGraphicFramePr>
        <p:xfrm>
          <a:off x="3616555" y="1123837"/>
          <a:ext cx="7820625" cy="4628425"/>
        </p:xfrm>
        <a:graphic>
          <a:graphicData uri="http://schemas.openxmlformats.org/drawingml/2006/table">
            <a:tbl>
              <a:tblPr>
                <a:tableStyleId>{BC89EF96-8CEA-46FF-86C4-4CE0E7609802}</a:tableStyleId>
              </a:tblPr>
              <a:tblGrid>
                <a:gridCol w="387282">
                  <a:extLst>
                    <a:ext uri="{9D8B030D-6E8A-4147-A177-3AD203B41FA5}">
                      <a16:colId xmlns:a16="http://schemas.microsoft.com/office/drawing/2014/main" val="20000"/>
                    </a:ext>
                  </a:extLst>
                </a:gridCol>
                <a:gridCol w="7433343">
                  <a:extLst>
                    <a:ext uri="{9D8B030D-6E8A-4147-A177-3AD203B41FA5}">
                      <a16:colId xmlns:a16="http://schemas.microsoft.com/office/drawing/2014/main" val="20001"/>
                    </a:ext>
                  </a:extLst>
                </a:gridCol>
              </a:tblGrid>
              <a:tr h="300723">
                <a:tc>
                  <a:txBody>
                    <a:bodyPr/>
                    <a:lstStyle/>
                    <a:p>
                      <a:pPr marL="0" marR="0" algn="ctr">
                        <a:lnSpc>
                          <a:spcPct val="115000"/>
                        </a:lnSpc>
                        <a:spcBef>
                          <a:spcPts val="0"/>
                        </a:spcBef>
                        <a:spcAft>
                          <a:spcPts val="0"/>
                        </a:spcAft>
                      </a:pPr>
                      <a:r>
                        <a:rPr lang="en-US" sz="1800" b="1">
                          <a:latin typeface="Calibri"/>
                        </a:rPr>
                        <a:t>Bil.</a:t>
                      </a:r>
                    </a:p>
                  </a:txBody>
                  <a:tcPr marL="0" marR="0" marT="0" marB="0"/>
                </a:tc>
                <a:tc>
                  <a:txBody>
                    <a:bodyPr/>
                    <a:lstStyle/>
                    <a:p>
                      <a:pPr marL="0" marR="0" algn="ctr">
                        <a:lnSpc>
                          <a:spcPct val="115000"/>
                        </a:lnSpc>
                        <a:spcBef>
                          <a:spcPts val="0"/>
                        </a:spcBef>
                        <a:spcAft>
                          <a:spcPts val="0"/>
                        </a:spcAft>
                      </a:pPr>
                      <a:r>
                        <a:rPr lang="en-US" sz="1800" b="1">
                          <a:latin typeface="Calibri"/>
                        </a:rPr>
                        <a:t>Example of Industry Feedback</a:t>
                      </a:r>
                    </a:p>
                  </a:txBody>
                  <a:tcPr marL="9525" marR="9525" marT="9526" marB="0" anchor="b"/>
                </a:tc>
                <a:extLst>
                  <a:ext uri="{0D108BD9-81ED-4DB2-BD59-A6C34878D82A}">
                    <a16:rowId xmlns:a16="http://schemas.microsoft.com/office/drawing/2014/main" val="10000"/>
                  </a:ext>
                </a:extLst>
              </a:tr>
              <a:tr h="360320">
                <a:tc>
                  <a:txBody>
                    <a:bodyPr/>
                    <a:lstStyle/>
                    <a:p>
                      <a:pPr marL="0" marR="0" algn="ctr">
                        <a:lnSpc>
                          <a:spcPct val="115000"/>
                        </a:lnSpc>
                        <a:spcBef>
                          <a:spcPts val="0"/>
                        </a:spcBef>
                        <a:spcAft>
                          <a:spcPts val="0"/>
                        </a:spcAft>
                      </a:pPr>
                      <a:r>
                        <a:rPr lang="en-US" sz="1800">
                          <a:latin typeface="Calibri"/>
                        </a:rPr>
                        <a:t>1</a:t>
                      </a:r>
                    </a:p>
                  </a:txBody>
                  <a:tcPr marL="0" marR="0" marT="0" marB="0"/>
                </a:tc>
                <a:tc>
                  <a:txBody>
                    <a:bodyPr/>
                    <a:lstStyle/>
                    <a:p>
                      <a:pPr marL="0" marR="0" algn="l">
                        <a:lnSpc>
                          <a:spcPct val="115000"/>
                        </a:lnSpc>
                        <a:spcBef>
                          <a:spcPts val="0"/>
                        </a:spcBef>
                        <a:spcAft>
                          <a:spcPts val="0"/>
                        </a:spcAft>
                      </a:pPr>
                      <a:r>
                        <a:rPr lang="en-US" sz="1800">
                          <a:latin typeface="Calibri"/>
                        </a:rPr>
                        <a:t>Excellent working performance and beyond expectation </a:t>
                      </a:r>
                    </a:p>
                  </a:txBody>
                  <a:tcPr marL="9525" marR="9525" marT="9526" marB="0"/>
                </a:tc>
                <a:extLst>
                  <a:ext uri="{0D108BD9-81ED-4DB2-BD59-A6C34878D82A}">
                    <a16:rowId xmlns:a16="http://schemas.microsoft.com/office/drawing/2014/main" val="10001"/>
                  </a:ext>
                </a:extLst>
              </a:tr>
              <a:tr h="442003">
                <a:tc>
                  <a:txBody>
                    <a:bodyPr/>
                    <a:lstStyle/>
                    <a:p>
                      <a:pPr marL="0" marR="0" algn="ctr">
                        <a:lnSpc>
                          <a:spcPct val="115000"/>
                        </a:lnSpc>
                        <a:spcBef>
                          <a:spcPts val="0"/>
                        </a:spcBef>
                        <a:spcAft>
                          <a:spcPts val="0"/>
                        </a:spcAft>
                      </a:pPr>
                      <a:r>
                        <a:rPr lang="en-US" sz="1800">
                          <a:latin typeface="Calibri"/>
                        </a:rPr>
                        <a:t>2</a:t>
                      </a:r>
                    </a:p>
                  </a:txBody>
                  <a:tcPr marL="0" marR="0" marT="0" marB="0"/>
                </a:tc>
                <a:tc>
                  <a:txBody>
                    <a:bodyPr/>
                    <a:lstStyle/>
                    <a:p>
                      <a:pPr marL="0" marR="0" algn="l">
                        <a:lnSpc>
                          <a:spcPct val="115000"/>
                        </a:lnSpc>
                        <a:spcBef>
                          <a:spcPts val="0"/>
                        </a:spcBef>
                        <a:spcAft>
                          <a:spcPts val="0"/>
                        </a:spcAft>
                      </a:pPr>
                      <a:r>
                        <a:rPr lang="en-US" sz="1800">
                          <a:latin typeface="Calibri"/>
                        </a:rPr>
                        <a:t>Show interest and determination</a:t>
                      </a:r>
                    </a:p>
                  </a:txBody>
                  <a:tcPr marL="9525" marR="9525" marT="9526" marB="0"/>
                </a:tc>
                <a:extLst>
                  <a:ext uri="{0D108BD9-81ED-4DB2-BD59-A6C34878D82A}">
                    <a16:rowId xmlns:a16="http://schemas.microsoft.com/office/drawing/2014/main" val="10002"/>
                  </a:ext>
                </a:extLst>
              </a:tr>
              <a:tr h="360320">
                <a:tc>
                  <a:txBody>
                    <a:bodyPr/>
                    <a:lstStyle/>
                    <a:p>
                      <a:pPr marL="0" marR="0" algn="ctr">
                        <a:lnSpc>
                          <a:spcPct val="115000"/>
                        </a:lnSpc>
                        <a:spcBef>
                          <a:spcPts val="0"/>
                        </a:spcBef>
                        <a:spcAft>
                          <a:spcPts val="0"/>
                        </a:spcAft>
                      </a:pPr>
                      <a:r>
                        <a:rPr lang="en-US" sz="1800">
                          <a:latin typeface="Calibri"/>
                        </a:rPr>
                        <a:t>3</a:t>
                      </a:r>
                    </a:p>
                  </a:txBody>
                  <a:tcPr marL="0" marR="0" marT="0" marB="0"/>
                </a:tc>
                <a:tc>
                  <a:txBody>
                    <a:bodyPr/>
                    <a:lstStyle/>
                    <a:p>
                      <a:pPr marL="0" marR="0" algn="l">
                        <a:lnSpc>
                          <a:spcPct val="115000"/>
                        </a:lnSpc>
                        <a:spcBef>
                          <a:spcPts val="0"/>
                        </a:spcBef>
                        <a:spcAft>
                          <a:spcPts val="0"/>
                        </a:spcAft>
                      </a:pPr>
                      <a:r>
                        <a:rPr lang="en-US" sz="1800">
                          <a:latin typeface="Calibri"/>
                        </a:rPr>
                        <a:t>Good commitment &amp; discipline</a:t>
                      </a:r>
                    </a:p>
                  </a:txBody>
                  <a:tcPr marL="9525" marR="9525" marT="9526" marB="0"/>
                </a:tc>
                <a:extLst>
                  <a:ext uri="{0D108BD9-81ED-4DB2-BD59-A6C34878D82A}">
                    <a16:rowId xmlns:a16="http://schemas.microsoft.com/office/drawing/2014/main" val="10003"/>
                  </a:ext>
                </a:extLst>
              </a:tr>
              <a:tr h="442003">
                <a:tc>
                  <a:txBody>
                    <a:bodyPr/>
                    <a:lstStyle/>
                    <a:p>
                      <a:pPr marL="0" marR="0" algn="ctr">
                        <a:lnSpc>
                          <a:spcPct val="115000"/>
                        </a:lnSpc>
                        <a:spcBef>
                          <a:spcPts val="0"/>
                        </a:spcBef>
                        <a:spcAft>
                          <a:spcPts val="0"/>
                        </a:spcAft>
                      </a:pPr>
                      <a:r>
                        <a:rPr lang="en-US" sz="1800">
                          <a:latin typeface="Calibri"/>
                        </a:rPr>
                        <a:t>4</a:t>
                      </a:r>
                    </a:p>
                  </a:txBody>
                  <a:tcPr marL="0" marR="0" marT="0" marB="0"/>
                </a:tc>
                <a:tc>
                  <a:txBody>
                    <a:bodyPr/>
                    <a:lstStyle/>
                    <a:p>
                      <a:pPr marL="0" marR="0" lvl="0" algn="l">
                        <a:lnSpc>
                          <a:spcPct val="114999"/>
                        </a:lnSpc>
                        <a:spcBef>
                          <a:spcPts val="0"/>
                        </a:spcBef>
                        <a:spcAft>
                          <a:spcPts val="0"/>
                        </a:spcAft>
                        <a:buNone/>
                      </a:pPr>
                      <a:r>
                        <a:rPr lang="en-US" sz="1800">
                          <a:latin typeface="Calibri"/>
                        </a:rPr>
                        <a:t>Exhibit interest to learn</a:t>
                      </a:r>
                      <a:endParaRPr lang="en-US">
                        <a:latin typeface="Calibri"/>
                      </a:endParaRPr>
                    </a:p>
                  </a:txBody>
                  <a:tcPr marL="9525" marR="9525" marT="9526" marB="0"/>
                </a:tc>
                <a:extLst>
                  <a:ext uri="{0D108BD9-81ED-4DB2-BD59-A6C34878D82A}">
                    <a16:rowId xmlns:a16="http://schemas.microsoft.com/office/drawing/2014/main" val="10004"/>
                  </a:ext>
                </a:extLst>
              </a:tr>
              <a:tr h="433835">
                <a:tc>
                  <a:txBody>
                    <a:bodyPr/>
                    <a:lstStyle/>
                    <a:p>
                      <a:pPr marL="0" marR="0" algn="ctr">
                        <a:lnSpc>
                          <a:spcPct val="115000"/>
                        </a:lnSpc>
                        <a:spcBef>
                          <a:spcPts val="0"/>
                        </a:spcBef>
                        <a:spcAft>
                          <a:spcPts val="0"/>
                        </a:spcAft>
                      </a:pPr>
                      <a:r>
                        <a:rPr lang="en-US" sz="1800">
                          <a:latin typeface="Calibri"/>
                        </a:rPr>
                        <a:t>5</a:t>
                      </a:r>
                    </a:p>
                  </a:txBody>
                  <a:tcPr marL="0" marR="0" marT="0" marB="0"/>
                </a:tc>
                <a:tc>
                  <a:txBody>
                    <a:bodyPr/>
                    <a:lstStyle/>
                    <a:p>
                      <a:pPr marL="0" marR="0" algn="l">
                        <a:lnSpc>
                          <a:spcPct val="115000"/>
                        </a:lnSpc>
                        <a:spcBef>
                          <a:spcPts val="0"/>
                        </a:spcBef>
                        <a:spcAft>
                          <a:spcPts val="0"/>
                        </a:spcAft>
                      </a:pPr>
                      <a:r>
                        <a:rPr lang="en-US" sz="1800">
                          <a:latin typeface="Calibri"/>
                        </a:rPr>
                        <a:t>A good team player</a:t>
                      </a:r>
                    </a:p>
                  </a:txBody>
                  <a:tcPr marL="9525" marR="9525" marT="9526" marB="0"/>
                </a:tc>
                <a:extLst>
                  <a:ext uri="{0D108BD9-81ED-4DB2-BD59-A6C34878D82A}">
                    <a16:rowId xmlns:a16="http://schemas.microsoft.com/office/drawing/2014/main" val="10005"/>
                  </a:ext>
                </a:extLst>
              </a:tr>
              <a:tr h="433835">
                <a:tc>
                  <a:txBody>
                    <a:bodyPr/>
                    <a:lstStyle/>
                    <a:p>
                      <a:pPr marL="0" marR="0" algn="ctr">
                        <a:lnSpc>
                          <a:spcPct val="115000"/>
                        </a:lnSpc>
                        <a:spcBef>
                          <a:spcPts val="0"/>
                        </a:spcBef>
                        <a:spcAft>
                          <a:spcPts val="0"/>
                        </a:spcAft>
                      </a:pPr>
                      <a:r>
                        <a:rPr lang="en-US" sz="1800">
                          <a:latin typeface="Calibri"/>
                        </a:rPr>
                        <a:t>6</a:t>
                      </a:r>
                    </a:p>
                  </a:txBody>
                  <a:tcPr marL="0" marR="0" marT="0" marB="0"/>
                </a:tc>
                <a:tc>
                  <a:txBody>
                    <a:bodyPr/>
                    <a:lstStyle/>
                    <a:p>
                      <a:pPr marL="0" marR="0" algn="l">
                        <a:lnSpc>
                          <a:spcPct val="115000"/>
                        </a:lnSpc>
                        <a:spcBef>
                          <a:spcPts val="0"/>
                        </a:spcBef>
                        <a:spcAft>
                          <a:spcPts val="0"/>
                        </a:spcAft>
                      </a:pPr>
                      <a:r>
                        <a:rPr lang="en-US" sz="1800">
                          <a:latin typeface="Calibri"/>
                        </a:rPr>
                        <a:t>Has leadership potential</a:t>
                      </a:r>
                    </a:p>
                  </a:txBody>
                  <a:tcPr marL="9525" marR="9525" marT="9526" marB="0"/>
                </a:tc>
                <a:extLst>
                  <a:ext uri="{0D108BD9-81ED-4DB2-BD59-A6C34878D82A}">
                    <a16:rowId xmlns:a16="http://schemas.microsoft.com/office/drawing/2014/main" val="10006"/>
                  </a:ext>
                </a:extLst>
              </a:tr>
              <a:tr h="433835">
                <a:tc>
                  <a:txBody>
                    <a:bodyPr/>
                    <a:lstStyle/>
                    <a:p>
                      <a:pPr marL="0" marR="0" algn="ctr">
                        <a:lnSpc>
                          <a:spcPct val="115000"/>
                        </a:lnSpc>
                        <a:spcBef>
                          <a:spcPts val="0"/>
                        </a:spcBef>
                        <a:spcAft>
                          <a:spcPts val="0"/>
                        </a:spcAft>
                      </a:pPr>
                      <a:r>
                        <a:rPr lang="en-US" sz="1800">
                          <a:latin typeface="Calibri"/>
                        </a:rPr>
                        <a:t>7</a:t>
                      </a:r>
                    </a:p>
                  </a:txBody>
                  <a:tcPr marL="0" marR="0" marT="0" marB="0"/>
                </a:tc>
                <a:tc>
                  <a:txBody>
                    <a:bodyPr/>
                    <a:lstStyle/>
                    <a:p>
                      <a:pPr marL="0" marR="0" algn="l">
                        <a:lnSpc>
                          <a:spcPct val="115000"/>
                        </a:lnSpc>
                        <a:spcBef>
                          <a:spcPts val="0"/>
                        </a:spcBef>
                        <a:spcAft>
                          <a:spcPts val="0"/>
                        </a:spcAft>
                      </a:pPr>
                      <a:r>
                        <a:rPr lang="en-US" sz="1800">
                          <a:latin typeface="Calibri"/>
                        </a:rPr>
                        <a:t>Demonstrate initiative &amp; multi-tasking</a:t>
                      </a:r>
                    </a:p>
                  </a:txBody>
                  <a:tcPr marL="9525" marR="9525" marT="9526" marB="0"/>
                </a:tc>
                <a:extLst>
                  <a:ext uri="{0D108BD9-81ED-4DB2-BD59-A6C34878D82A}">
                    <a16:rowId xmlns:a16="http://schemas.microsoft.com/office/drawing/2014/main" val="10007"/>
                  </a:ext>
                </a:extLst>
              </a:tr>
              <a:tr h="433835">
                <a:tc>
                  <a:txBody>
                    <a:bodyPr/>
                    <a:lstStyle/>
                    <a:p>
                      <a:pPr marL="0" marR="0" algn="ctr">
                        <a:lnSpc>
                          <a:spcPct val="115000"/>
                        </a:lnSpc>
                        <a:spcBef>
                          <a:spcPts val="0"/>
                        </a:spcBef>
                        <a:spcAft>
                          <a:spcPts val="0"/>
                        </a:spcAft>
                      </a:pPr>
                      <a:r>
                        <a:rPr lang="en-US" sz="1800">
                          <a:latin typeface="Calibri"/>
                        </a:rPr>
                        <a:t>8</a:t>
                      </a:r>
                    </a:p>
                  </a:txBody>
                  <a:tcPr marL="0" marR="0" marT="0" marB="0"/>
                </a:tc>
                <a:tc>
                  <a:txBody>
                    <a:bodyPr/>
                    <a:lstStyle/>
                    <a:p>
                      <a:pPr marL="0" marR="0" algn="l">
                        <a:lnSpc>
                          <a:spcPct val="115000"/>
                        </a:lnSpc>
                        <a:spcBef>
                          <a:spcPts val="0"/>
                        </a:spcBef>
                        <a:spcAft>
                          <a:spcPts val="0"/>
                        </a:spcAft>
                      </a:pPr>
                      <a:r>
                        <a:rPr lang="en-US" sz="1800">
                          <a:latin typeface="Calibri"/>
                        </a:rPr>
                        <a:t>Need to improve communication skill and self-confidence </a:t>
                      </a:r>
                    </a:p>
                  </a:txBody>
                  <a:tcPr marL="9525" marR="9525" marT="9526" marB="0"/>
                </a:tc>
                <a:extLst>
                  <a:ext uri="{0D108BD9-81ED-4DB2-BD59-A6C34878D82A}">
                    <a16:rowId xmlns:a16="http://schemas.microsoft.com/office/drawing/2014/main" val="10008"/>
                  </a:ext>
                </a:extLst>
              </a:tr>
              <a:tr h="360067">
                <a:tc>
                  <a:txBody>
                    <a:bodyPr/>
                    <a:lstStyle/>
                    <a:p>
                      <a:pPr marL="0" marR="0" algn="ctr">
                        <a:lnSpc>
                          <a:spcPct val="115000"/>
                        </a:lnSpc>
                        <a:spcBef>
                          <a:spcPts val="0"/>
                        </a:spcBef>
                        <a:spcAft>
                          <a:spcPts val="0"/>
                        </a:spcAft>
                      </a:pPr>
                      <a:r>
                        <a:rPr lang="en-US" sz="1800">
                          <a:latin typeface="Calibri"/>
                        </a:rPr>
                        <a:t>9</a:t>
                      </a:r>
                    </a:p>
                  </a:txBody>
                  <a:tcPr marL="0" marR="0" marT="0" marB="0"/>
                </a:tc>
                <a:tc>
                  <a:txBody>
                    <a:bodyPr/>
                    <a:lstStyle/>
                    <a:p>
                      <a:pPr marL="0" marR="0" algn="l">
                        <a:lnSpc>
                          <a:spcPct val="115000"/>
                        </a:lnSpc>
                        <a:spcBef>
                          <a:spcPts val="0"/>
                        </a:spcBef>
                        <a:spcAft>
                          <a:spcPts val="0"/>
                        </a:spcAft>
                      </a:pPr>
                      <a:r>
                        <a:rPr lang="en-US" sz="1800">
                          <a:solidFill>
                            <a:schemeClr val="tx1"/>
                          </a:solidFill>
                          <a:latin typeface="Calibri"/>
                        </a:rPr>
                        <a:t>Lack of confidence to share opinions</a:t>
                      </a:r>
                    </a:p>
                  </a:txBody>
                  <a:tcPr marL="9525" marR="9525" marT="9526" marB="0"/>
                </a:tc>
                <a:extLst>
                  <a:ext uri="{0D108BD9-81ED-4DB2-BD59-A6C34878D82A}">
                    <a16:rowId xmlns:a16="http://schemas.microsoft.com/office/drawing/2014/main" val="10009"/>
                  </a:ext>
                </a:extLst>
              </a:tr>
              <a:tr h="484081">
                <a:tc>
                  <a:txBody>
                    <a:bodyPr/>
                    <a:lstStyle/>
                    <a:p>
                      <a:pPr marL="0" marR="0" algn="ctr">
                        <a:lnSpc>
                          <a:spcPct val="115000"/>
                        </a:lnSpc>
                        <a:spcBef>
                          <a:spcPts val="0"/>
                        </a:spcBef>
                        <a:spcAft>
                          <a:spcPts val="0"/>
                        </a:spcAft>
                      </a:pPr>
                      <a:r>
                        <a:rPr lang="en-US" sz="1800">
                          <a:solidFill>
                            <a:schemeClr val="tx1"/>
                          </a:solidFill>
                          <a:latin typeface="Calibri"/>
                        </a:rPr>
                        <a:t>10</a:t>
                      </a:r>
                    </a:p>
                  </a:txBody>
                  <a:tcPr marL="0" marR="0" marT="0" marB="0"/>
                </a:tc>
                <a:tc>
                  <a:txBody>
                    <a:bodyPr/>
                    <a:lstStyle/>
                    <a:p>
                      <a:pPr marL="0" marR="0" algn="l">
                        <a:lnSpc>
                          <a:spcPct val="115000"/>
                        </a:lnSpc>
                        <a:spcBef>
                          <a:spcPts val="0"/>
                        </a:spcBef>
                        <a:spcAft>
                          <a:spcPts val="0"/>
                        </a:spcAft>
                      </a:pPr>
                      <a:r>
                        <a:rPr lang="en-US" sz="1800">
                          <a:solidFill>
                            <a:schemeClr val="tx1"/>
                          </a:solidFill>
                          <a:latin typeface="Calibri"/>
                        </a:rPr>
                        <a:t>Need to think critically and always ask questions to get more info and clarification on any given task </a:t>
                      </a:r>
                    </a:p>
                  </a:txBody>
                  <a:tcPr marL="9525" marR="9525" marT="9526" marB="0"/>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5328607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3684896" y="681228"/>
            <a:ext cx="7765576" cy="5486400"/>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3200" kern="1200">
                <a:solidFill>
                  <a:schemeClr val="tx1">
                    <a:lumMod val="65000"/>
                    <a:lumOff val="35000"/>
                  </a:schemeClr>
                </a:solidFill>
                <a:latin typeface="Calibri" panose="020F0502020204030204" pitchFamily="34" charset="0"/>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800" kern="1200">
                <a:solidFill>
                  <a:schemeClr val="tx1">
                    <a:lumMod val="65000"/>
                    <a:lumOff val="35000"/>
                  </a:schemeClr>
                </a:solidFill>
                <a:latin typeface="Calibri" panose="020F0502020204030204" pitchFamily="34" charset="0"/>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r>
              <a:rPr lang="en-US" altLang="ms-MY" sz="2800" u="sng">
                <a:solidFill>
                  <a:srgbClr val="000000"/>
                </a:solidFill>
                <a:latin typeface="Calibri"/>
                <a:cs typeface="Calibri"/>
              </a:rPr>
              <a:t>Change</a:t>
            </a:r>
            <a:r>
              <a:rPr lang="en-US" altLang="ms-MY" sz="2800">
                <a:solidFill>
                  <a:srgbClr val="000000"/>
                </a:solidFill>
                <a:latin typeface="Calibri"/>
                <a:cs typeface="Calibri"/>
              </a:rPr>
              <a:t> of placement.</a:t>
            </a:r>
            <a:endParaRPr lang="en-US" sz="2800">
              <a:solidFill>
                <a:srgbClr val="000000"/>
              </a:solidFill>
            </a:endParaRPr>
          </a:p>
          <a:p>
            <a:r>
              <a:rPr lang="en-US" altLang="ms-MY" sz="2800" u="sng">
                <a:solidFill>
                  <a:srgbClr val="000000"/>
                </a:solidFill>
                <a:latin typeface="Calibri"/>
                <a:cs typeface="Calibri"/>
              </a:rPr>
              <a:t>Scam</a:t>
            </a:r>
            <a:r>
              <a:rPr lang="en-US" altLang="ms-MY" sz="2800">
                <a:solidFill>
                  <a:srgbClr val="000000"/>
                </a:solidFill>
                <a:latin typeface="Calibri"/>
                <a:cs typeface="Calibri"/>
              </a:rPr>
              <a:t>.</a:t>
            </a:r>
          </a:p>
          <a:p>
            <a:r>
              <a:rPr lang="en-US" altLang="ms-MY" sz="2800">
                <a:solidFill>
                  <a:srgbClr val="000000"/>
                </a:solidFill>
                <a:latin typeface="Calibri"/>
                <a:cs typeface="Calibri"/>
              </a:rPr>
              <a:t>Use </a:t>
            </a:r>
            <a:r>
              <a:rPr lang="en-US" altLang="ms-MY" sz="2800" u="sng">
                <a:solidFill>
                  <a:srgbClr val="000000"/>
                </a:solidFill>
                <a:latin typeface="Calibri"/>
                <a:cs typeface="Calibri"/>
              </a:rPr>
              <a:t>social media</a:t>
            </a:r>
            <a:r>
              <a:rPr lang="en-US" altLang="ms-MY" sz="2800">
                <a:solidFill>
                  <a:srgbClr val="000000"/>
                </a:solidFill>
                <a:latin typeface="Calibri"/>
                <a:cs typeface="Calibri"/>
              </a:rPr>
              <a:t> to demonstrate your frustration or upload </a:t>
            </a:r>
            <a:r>
              <a:rPr lang="en-US" altLang="ms-MY" sz="2800" u="sng">
                <a:solidFill>
                  <a:srgbClr val="000000"/>
                </a:solidFill>
                <a:latin typeface="Calibri"/>
                <a:cs typeface="Calibri"/>
              </a:rPr>
              <a:t>confidential documents</a:t>
            </a:r>
            <a:r>
              <a:rPr lang="en-US" altLang="ms-MY" sz="2800">
                <a:solidFill>
                  <a:srgbClr val="000000"/>
                </a:solidFill>
                <a:latin typeface="Calibri"/>
                <a:cs typeface="Calibri"/>
              </a:rPr>
              <a:t> of the organization including photos of the staff .</a:t>
            </a:r>
          </a:p>
          <a:p>
            <a:r>
              <a:rPr lang="en-US" altLang="ms-MY" sz="2800">
                <a:solidFill>
                  <a:srgbClr val="000000"/>
                </a:solidFill>
                <a:latin typeface="Calibri"/>
                <a:cs typeface="Calibri"/>
              </a:rPr>
              <a:t>Getting </a:t>
            </a:r>
            <a:r>
              <a:rPr lang="en-US" altLang="ms-MY" sz="2800" u="sng">
                <a:solidFill>
                  <a:srgbClr val="000000"/>
                </a:solidFill>
                <a:latin typeface="Calibri"/>
                <a:cs typeface="Calibri"/>
              </a:rPr>
              <a:t>married</a:t>
            </a:r>
            <a:r>
              <a:rPr lang="en-US" altLang="ms-MY" sz="2800">
                <a:solidFill>
                  <a:srgbClr val="000000"/>
                </a:solidFill>
                <a:latin typeface="Calibri"/>
                <a:cs typeface="Calibri"/>
              </a:rPr>
              <a:t>.</a:t>
            </a:r>
          </a:p>
          <a:p>
            <a:r>
              <a:rPr lang="en-US" altLang="ms-MY" sz="2800">
                <a:solidFill>
                  <a:srgbClr val="000000"/>
                </a:solidFill>
                <a:latin typeface="Calibri"/>
                <a:cs typeface="Calibri"/>
              </a:rPr>
              <a:t>Perform </a:t>
            </a:r>
            <a:r>
              <a:rPr lang="en-US" altLang="ms-MY" sz="2800" u="sng">
                <a:solidFill>
                  <a:srgbClr val="000000"/>
                </a:solidFill>
                <a:latin typeface="Calibri"/>
                <a:cs typeface="Calibri"/>
              </a:rPr>
              <a:t>umrah/hajj</a:t>
            </a:r>
            <a:r>
              <a:rPr lang="en-US" altLang="ms-MY" sz="2800">
                <a:solidFill>
                  <a:srgbClr val="000000"/>
                </a:solidFill>
                <a:latin typeface="Calibri"/>
                <a:cs typeface="Calibri"/>
              </a:rPr>
              <a:t>.</a:t>
            </a:r>
            <a:endParaRPr lang="en-US" sz="2800">
              <a:solidFill>
                <a:srgbClr val="000000"/>
              </a:solidFill>
            </a:endParaRPr>
          </a:p>
          <a:p>
            <a:r>
              <a:rPr lang="en-US" altLang="ms-MY" sz="2800" u="sng">
                <a:solidFill>
                  <a:srgbClr val="000000"/>
                </a:solidFill>
                <a:latin typeface="Calibri"/>
                <a:cs typeface="Calibri"/>
              </a:rPr>
              <a:t>Unnecessary tasks</a:t>
            </a:r>
            <a:r>
              <a:rPr lang="en-US" altLang="ms-MY" sz="2800">
                <a:solidFill>
                  <a:srgbClr val="000000"/>
                </a:solidFill>
                <a:latin typeface="Calibri"/>
                <a:cs typeface="Calibri"/>
              </a:rPr>
              <a:t>  i.e., Job task: fix traffic light.</a:t>
            </a:r>
            <a:endParaRPr lang="en-US" altLang="ms-MY" sz="2800">
              <a:solidFill>
                <a:srgbClr val="000000"/>
              </a:solidFill>
              <a:cs typeface="Calibri"/>
            </a:endParaRPr>
          </a:p>
          <a:p>
            <a:r>
              <a:rPr lang="en-US" altLang="ms-MY" sz="2800" u="sng">
                <a:solidFill>
                  <a:srgbClr val="000000"/>
                </a:solidFill>
                <a:latin typeface="Calibri"/>
                <a:cs typeface="Calibri"/>
              </a:rPr>
              <a:t>Accident</a:t>
            </a:r>
            <a:r>
              <a:rPr lang="en-US" altLang="ms-MY" sz="2800">
                <a:solidFill>
                  <a:srgbClr val="000000"/>
                </a:solidFill>
                <a:latin typeface="Calibri"/>
                <a:cs typeface="Calibri"/>
              </a:rPr>
              <a:t> – could defer semester.</a:t>
            </a:r>
          </a:p>
          <a:p>
            <a:r>
              <a:rPr lang="ms-MY" altLang="ms-MY" sz="2800" u="sng" err="1">
                <a:solidFill>
                  <a:srgbClr val="000000"/>
                </a:solidFill>
                <a:latin typeface="Calibri"/>
                <a:cs typeface="Calibri"/>
              </a:rPr>
              <a:t>Odd</a:t>
            </a:r>
            <a:r>
              <a:rPr lang="ms-MY" altLang="ms-MY" sz="2800">
                <a:solidFill>
                  <a:srgbClr val="000000"/>
                </a:solidFill>
                <a:latin typeface="Calibri"/>
                <a:cs typeface="Calibri"/>
              </a:rPr>
              <a:t> </a:t>
            </a:r>
            <a:r>
              <a:rPr lang="ms-MY" altLang="ms-MY" sz="2800" err="1">
                <a:solidFill>
                  <a:srgbClr val="000000"/>
                </a:solidFill>
                <a:latin typeface="Calibri"/>
                <a:cs typeface="Calibri"/>
              </a:rPr>
              <a:t>working</a:t>
            </a:r>
            <a:r>
              <a:rPr lang="ms-MY" altLang="ms-MY" sz="2800">
                <a:solidFill>
                  <a:srgbClr val="000000"/>
                </a:solidFill>
                <a:latin typeface="Calibri"/>
                <a:cs typeface="Calibri"/>
              </a:rPr>
              <a:t> </a:t>
            </a:r>
            <a:r>
              <a:rPr lang="ms-MY" altLang="ms-MY" sz="2800" err="1">
                <a:solidFill>
                  <a:srgbClr val="000000"/>
                </a:solidFill>
                <a:latin typeface="Calibri"/>
                <a:cs typeface="Calibri"/>
              </a:rPr>
              <a:t>hours</a:t>
            </a:r>
            <a:r>
              <a:rPr lang="ms-MY" altLang="ms-MY" sz="2800">
                <a:solidFill>
                  <a:srgbClr val="000000"/>
                </a:solidFill>
                <a:latin typeface="Calibri"/>
                <a:cs typeface="Calibri"/>
              </a:rPr>
              <a:t>.</a:t>
            </a:r>
          </a:p>
        </p:txBody>
      </p:sp>
      <p:sp>
        <p:nvSpPr>
          <p:cNvPr id="5" name="Title 1">
            <a:extLst>
              <a:ext uri="{FF2B5EF4-FFF2-40B4-BE49-F238E27FC236}">
                <a16:creationId xmlns:a16="http://schemas.microsoft.com/office/drawing/2014/main" id="{05E4136F-A160-46BF-BF7E-ECAB982D0339}"/>
              </a:ext>
            </a:extLst>
          </p:cNvPr>
          <p:cNvSpPr>
            <a:spLocks noGrp="1"/>
          </p:cNvSpPr>
          <p:nvPr>
            <p:ph type="title"/>
          </p:nvPr>
        </p:nvSpPr>
        <p:spPr>
          <a:xfrm>
            <a:off x="252919" y="1123837"/>
            <a:ext cx="2947482" cy="4601183"/>
          </a:xfrm>
        </p:spPr>
        <p:txBody>
          <a:bodyPr/>
          <a:lstStyle/>
          <a:p>
            <a:pPr algn="ctr"/>
            <a:r>
              <a:rPr lang="en-MY">
                <a:latin typeface="Arial Rounded MT Bold"/>
              </a:rPr>
              <a:t>Avoid</a:t>
            </a:r>
            <a:endParaRPr lang="en-US"/>
          </a:p>
        </p:txBody>
      </p:sp>
    </p:spTree>
    <p:extLst>
      <p:ext uri="{BB962C8B-B14F-4D97-AF65-F5344CB8AC3E}">
        <p14:creationId xmlns:p14="http://schemas.microsoft.com/office/powerpoint/2010/main" val="8678487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FAQ (1)</a:t>
            </a:r>
          </a:p>
        </p:txBody>
      </p:sp>
      <p:sp>
        <p:nvSpPr>
          <p:cNvPr id="6" name="Content Placeholder 2"/>
          <p:cNvSpPr txBox="1">
            <a:spLocks/>
          </p:cNvSpPr>
          <p:nvPr/>
        </p:nvSpPr>
        <p:spPr>
          <a:xfrm>
            <a:off x="3710296" y="502310"/>
            <a:ext cx="7765576" cy="5718895"/>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3200" kern="1200">
                <a:solidFill>
                  <a:schemeClr val="tx1">
                    <a:lumMod val="65000"/>
                    <a:lumOff val="35000"/>
                  </a:schemeClr>
                </a:solidFill>
                <a:latin typeface="Calibri" panose="020F0502020204030204" pitchFamily="34" charset="0"/>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800" kern="1200">
                <a:solidFill>
                  <a:schemeClr val="tx1">
                    <a:lumMod val="65000"/>
                    <a:lumOff val="35000"/>
                  </a:schemeClr>
                </a:solidFill>
                <a:latin typeface="Calibri" panose="020F0502020204030204" pitchFamily="34" charset="0"/>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lnSpc>
                <a:spcPct val="100000"/>
              </a:lnSpc>
              <a:spcBef>
                <a:spcPts val="0"/>
              </a:spcBef>
              <a:buNone/>
            </a:pPr>
            <a:r>
              <a:rPr lang="en-US" altLang="ms-MY" sz="2000" dirty="0">
                <a:solidFill>
                  <a:srgbClr val="FF0000"/>
                </a:solidFill>
              </a:rPr>
              <a:t>Q:</a:t>
            </a:r>
            <a:r>
              <a:rPr lang="en-US" altLang="ms-MY" sz="2000" dirty="0">
                <a:solidFill>
                  <a:schemeClr val="tx1"/>
                </a:solidFill>
              </a:rPr>
              <a:t> </a:t>
            </a:r>
            <a:r>
              <a:rPr lang="en-US" altLang="ms-MY" sz="2000" dirty="0">
                <a:solidFill>
                  <a:schemeClr val="accent1">
                    <a:lumMod val="50000"/>
                  </a:schemeClr>
                </a:solidFill>
              </a:rPr>
              <a:t>During internship, who should I refer for any issues?</a:t>
            </a:r>
            <a:r>
              <a:rPr lang="en-US" altLang="ms-MY" sz="2000" dirty="0">
                <a:solidFill>
                  <a:schemeClr val="tx1"/>
                </a:solidFill>
              </a:rPr>
              <a:t> </a:t>
            </a:r>
          </a:p>
          <a:p>
            <a:pPr marL="0" indent="0">
              <a:lnSpc>
                <a:spcPct val="100000"/>
              </a:lnSpc>
              <a:spcBef>
                <a:spcPts val="0"/>
              </a:spcBef>
              <a:buNone/>
            </a:pPr>
            <a:r>
              <a:rPr lang="en-US" altLang="ms-MY" sz="2000" dirty="0">
                <a:solidFill>
                  <a:srgbClr val="FF0000"/>
                </a:solidFill>
                <a:latin typeface="Calibri"/>
                <a:cs typeface="Calibri"/>
              </a:rPr>
              <a:t>A: </a:t>
            </a:r>
            <a:r>
              <a:rPr lang="en-US" altLang="ms-MY" sz="2000" dirty="0">
                <a:solidFill>
                  <a:schemeClr val="tx1"/>
                </a:solidFill>
                <a:latin typeface="Calibri"/>
                <a:cs typeface="Calibri"/>
              </a:rPr>
              <a:t>Contact your </a:t>
            </a:r>
            <a:r>
              <a:rPr lang="en-US" altLang="ms-MY" sz="2000" u="sng" dirty="0">
                <a:solidFill>
                  <a:schemeClr val="tx1"/>
                </a:solidFill>
                <a:latin typeface="Calibri"/>
                <a:cs typeface="Calibri"/>
              </a:rPr>
              <a:t>Faculty SV</a:t>
            </a:r>
            <a:r>
              <a:rPr lang="en-US" altLang="ms-MY" sz="2000" dirty="0">
                <a:solidFill>
                  <a:schemeClr val="tx1"/>
                </a:solidFill>
                <a:latin typeface="Calibri"/>
                <a:cs typeface="Calibri"/>
              </a:rPr>
              <a:t> once assigned.</a:t>
            </a:r>
          </a:p>
          <a:p>
            <a:pPr marL="0" indent="0">
              <a:lnSpc>
                <a:spcPct val="100000"/>
              </a:lnSpc>
              <a:spcBef>
                <a:spcPts val="0"/>
              </a:spcBef>
              <a:buNone/>
            </a:pPr>
            <a:endParaRPr lang="en-US" altLang="ms-MY" sz="2000" dirty="0">
              <a:solidFill>
                <a:srgbClr val="FF0000"/>
              </a:solidFill>
            </a:endParaRPr>
          </a:p>
          <a:p>
            <a:pPr marL="0" indent="0">
              <a:lnSpc>
                <a:spcPct val="100000"/>
              </a:lnSpc>
              <a:spcBef>
                <a:spcPts val="0"/>
              </a:spcBef>
              <a:buNone/>
            </a:pPr>
            <a:r>
              <a:rPr lang="en-US" altLang="ms-MY" sz="2000" dirty="0">
                <a:solidFill>
                  <a:srgbClr val="FF0000"/>
                </a:solidFill>
              </a:rPr>
              <a:t>Q:</a:t>
            </a:r>
            <a:r>
              <a:rPr lang="en-US" altLang="ms-MY" sz="2000" dirty="0">
                <a:solidFill>
                  <a:schemeClr val="tx1"/>
                </a:solidFill>
              </a:rPr>
              <a:t> </a:t>
            </a:r>
            <a:r>
              <a:rPr lang="en-US" altLang="ms-MY" sz="2000" dirty="0">
                <a:solidFill>
                  <a:schemeClr val="accent1">
                    <a:lumMod val="50000"/>
                  </a:schemeClr>
                </a:solidFill>
              </a:rPr>
              <a:t>What if the company that I want to apply is not listed in the system?</a:t>
            </a:r>
            <a:r>
              <a:rPr lang="en-US" altLang="ms-MY" sz="2000" dirty="0">
                <a:solidFill>
                  <a:schemeClr val="tx1"/>
                </a:solidFill>
              </a:rPr>
              <a:t> </a:t>
            </a:r>
          </a:p>
          <a:p>
            <a:pPr marL="0" indent="0">
              <a:lnSpc>
                <a:spcPct val="100000"/>
              </a:lnSpc>
              <a:spcBef>
                <a:spcPts val="0"/>
              </a:spcBef>
              <a:buNone/>
            </a:pPr>
            <a:r>
              <a:rPr lang="en-US" altLang="ms-MY" sz="2000" dirty="0">
                <a:solidFill>
                  <a:srgbClr val="FF0000"/>
                </a:solidFill>
                <a:latin typeface="Calibri"/>
                <a:cs typeface="Calibri"/>
              </a:rPr>
              <a:t>A: </a:t>
            </a:r>
            <a:r>
              <a:rPr lang="en-US" altLang="ms-MY" sz="2000" dirty="0">
                <a:solidFill>
                  <a:schemeClr val="tx1"/>
                </a:solidFill>
                <a:latin typeface="Calibri"/>
                <a:cs typeface="Calibri"/>
              </a:rPr>
              <a:t>Contact your </a:t>
            </a:r>
            <a:r>
              <a:rPr lang="en-US" altLang="ms-MY" sz="2000" u="sng" dirty="0">
                <a:solidFill>
                  <a:schemeClr val="tx1"/>
                </a:solidFill>
                <a:latin typeface="Calibri"/>
                <a:cs typeface="Calibri"/>
              </a:rPr>
              <a:t>PIC</a:t>
            </a:r>
            <a:r>
              <a:rPr lang="en-US" altLang="ms-MY" sz="2000" dirty="0">
                <a:solidFill>
                  <a:schemeClr val="tx1"/>
                </a:solidFill>
                <a:latin typeface="Calibri"/>
                <a:cs typeface="Calibri"/>
              </a:rPr>
              <a:t> for adding a new company into UTeM LI System (SILI).</a:t>
            </a:r>
          </a:p>
          <a:p>
            <a:pPr marL="0" indent="0">
              <a:lnSpc>
                <a:spcPct val="100000"/>
              </a:lnSpc>
              <a:spcBef>
                <a:spcPts val="0"/>
              </a:spcBef>
              <a:buNone/>
            </a:pPr>
            <a:endParaRPr lang="en-US" altLang="ms-MY" sz="2000" dirty="0">
              <a:solidFill>
                <a:schemeClr val="tx1"/>
              </a:solidFill>
            </a:endParaRPr>
          </a:p>
          <a:p>
            <a:pPr marL="0" indent="0" algn="just">
              <a:spcBef>
                <a:spcPts val="0"/>
              </a:spcBef>
              <a:buNone/>
            </a:pPr>
            <a:r>
              <a:rPr lang="en-US" altLang="ms-MY" sz="2000" dirty="0">
                <a:solidFill>
                  <a:srgbClr val="FF0000"/>
                </a:solidFill>
                <a:latin typeface="Calibri"/>
                <a:cs typeface="Calibri"/>
              </a:rPr>
              <a:t>Q:</a:t>
            </a:r>
            <a:r>
              <a:rPr lang="en-US" altLang="ms-MY" sz="2000" dirty="0">
                <a:solidFill>
                  <a:schemeClr val="tx1"/>
                </a:solidFill>
                <a:latin typeface="Calibri"/>
                <a:cs typeface="Calibri"/>
              </a:rPr>
              <a:t> </a:t>
            </a:r>
            <a:r>
              <a:rPr lang="en-US" altLang="ms-MY" sz="2000" dirty="0">
                <a:solidFill>
                  <a:schemeClr val="accent1">
                    <a:lumMod val="50000"/>
                  </a:schemeClr>
                </a:solidFill>
                <a:latin typeface="Calibri"/>
                <a:cs typeface="Calibri"/>
              </a:rPr>
              <a:t>Should I submit the resume from LI system or the one I created by myself to the company?</a:t>
            </a:r>
          </a:p>
          <a:p>
            <a:pPr marL="0" indent="0">
              <a:spcBef>
                <a:spcPts val="0"/>
              </a:spcBef>
              <a:buNone/>
            </a:pPr>
            <a:r>
              <a:rPr lang="en-US" altLang="ms-MY" sz="2000" dirty="0">
                <a:solidFill>
                  <a:srgbClr val="FF0000"/>
                </a:solidFill>
                <a:latin typeface="Calibri"/>
                <a:cs typeface="Calibri"/>
              </a:rPr>
              <a:t>A:</a:t>
            </a:r>
            <a:r>
              <a:rPr lang="en-US" altLang="ms-MY" sz="2000" dirty="0">
                <a:solidFill>
                  <a:schemeClr val="tx1"/>
                </a:solidFill>
                <a:latin typeface="Calibri"/>
                <a:cs typeface="Calibri"/>
              </a:rPr>
              <a:t> It is suggested to send </a:t>
            </a:r>
            <a:r>
              <a:rPr lang="en-US" altLang="ms-MY" sz="2000" u="sng" dirty="0">
                <a:solidFill>
                  <a:schemeClr val="tx1"/>
                </a:solidFill>
                <a:latin typeface="Calibri"/>
                <a:cs typeface="Calibri"/>
              </a:rPr>
              <a:t>both</a:t>
            </a:r>
            <a:r>
              <a:rPr lang="en-US" altLang="ms-MY" sz="2000" dirty="0">
                <a:solidFill>
                  <a:schemeClr val="tx1"/>
                </a:solidFill>
                <a:latin typeface="Calibri"/>
                <a:cs typeface="Calibri"/>
              </a:rPr>
              <a:t> of them. </a:t>
            </a:r>
            <a:endParaRPr lang="en-US" altLang="ms-MY" sz="2000" dirty="0">
              <a:solidFill>
                <a:schemeClr val="tx1"/>
              </a:solidFill>
              <a:cs typeface="Calibri"/>
            </a:endParaRPr>
          </a:p>
          <a:p>
            <a:pPr marL="0" indent="0">
              <a:spcBef>
                <a:spcPts val="0"/>
              </a:spcBef>
              <a:buNone/>
            </a:pPr>
            <a:endParaRPr lang="en-US" altLang="ms-MY" sz="2000" dirty="0">
              <a:solidFill>
                <a:schemeClr val="tx1"/>
              </a:solidFill>
            </a:endParaRPr>
          </a:p>
          <a:p>
            <a:pPr marL="0" indent="0">
              <a:spcBef>
                <a:spcPts val="0"/>
              </a:spcBef>
              <a:buNone/>
            </a:pPr>
            <a:r>
              <a:rPr lang="en-US" altLang="ms-MY" sz="2000" dirty="0">
                <a:solidFill>
                  <a:srgbClr val="FF0000"/>
                </a:solidFill>
              </a:rPr>
              <a:t>Q:</a:t>
            </a:r>
            <a:r>
              <a:rPr lang="en-US" altLang="ms-MY" sz="2000" dirty="0">
                <a:solidFill>
                  <a:schemeClr val="tx1"/>
                </a:solidFill>
              </a:rPr>
              <a:t> </a:t>
            </a:r>
            <a:r>
              <a:rPr lang="en-US" altLang="ms-MY" sz="2000" dirty="0">
                <a:solidFill>
                  <a:schemeClr val="accent1">
                    <a:lumMod val="50000"/>
                  </a:schemeClr>
                </a:solidFill>
              </a:rPr>
              <a:t>Where can I get the internship letter (the cover letter)?</a:t>
            </a:r>
          </a:p>
          <a:p>
            <a:pPr marL="0" indent="0">
              <a:spcBef>
                <a:spcPts val="0"/>
              </a:spcBef>
              <a:buNone/>
            </a:pPr>
            <a:r>
              <a:rPr lang="en-US" altLang="ms-MY" sz="2000" dirty="0">
                <a:solidFill>
                  <a:srgbClr val="FF0000"/>
                </a:solidFill>
                <a:latin typeface="Calibri"/>
                <a:cs typeface="Calibri"/>
              </a:rPr>
              <a:t>A:</a:t>
            </a:r>
            <a:r>
              <a:rPr lang="en-US" altLang="ms-MY" sz="2000" dirty="0">
                <a:solidFill>
                  <a:schemeClr val="tx1"/>
                </a:solidFill>
                <a:latin typeface="Calibri"/>
                <a:cs typeface="Calibri"/>
              </a:rPr>
              <a:t> You can generate the internship letter from </a:t>
            </a:r>
            <a:r>
              <a:rPr lang="en-US" altLang="ms-MY" sz="2000" u="sng" dirty="0">
                <a:solidFill>
                  <a:schemeClr val="tx1"/>
                </a:solidFill>
                <a:latin typeface="Calibri"/>
                <a:cs typeface="Calibri"/>
              </a:rPr>
              <a:t>UTeM LI System (SILI)</a:t>
            </a:r>
            <a:r>
              <a:rPr lang="en-US" altLang="ms-MY" sz="2000" dirty="0">
                <a:solidFill>
                  <a:schemeClr val="tx1"/>
                </a:solidFill>
                <a:latin typeface="Calibri"/>
                <a:cs typeface="Calibri"/>
              </a:rPr>
              <a:t> after you apply for the company.</a:t>
            </a:r>
          </a:p>
          <a:p>
            <a:pPr marL="0" indent="0">
              <a:spcBef>
                <a:spcPts val="0"/>
              </a:spcBef>
              <a:buNone/>
            </a:pPr>
            <a:endParaRPr lang="en-US" altLang="ms-MY" sz="2000" dirty="0">
              <a:solidFill>
                <a:schemeClr val="tx1"/>
              </a:solidFill>
            </a:endParaRPr>
          </a:p>
          <a:p>
            <a:pPr marL="0" indent="0">
              <a:spcBef>
                <a:spcPts val="0"/>
              </a:spcBef>
              <a:buNone/>
            </a:pPr>
            <a:r>
              <a:rPr lang="en-US" altLang="ms-MY" sz="2000" dirty="0">
                <a:solidFill>
                  <a:srgbClr val="FF0000"/>
                </a:solidFill>
              </a:rPr>
              <a:t>Q:</a:t>
            </a:r>
            <a:r>
              <a:rPr lang="en-US" altLang="ms-MY" sz="2000" dirty="0">
                <a:solidFill>
                  <a:schemeClr val="tx1"/>
                </a:solidFill>
              </a:rPr>
              <a:t> </a:t>
            </a:r>
            <a:r>
              <a:rPr lang="en-US" altLang="ms-MY" sz="2000" dirty="0">
                <a:solidFill>
                  <a:schemeClr val="accent1">
                    <a:lumMod val="50000"/>
                  </a:schemeClr>
                </a:solidFill>
              </a:rPr>
              <a:t>May I accept the company that offer me a virtual internship?</a:t>
            </a:r>
          </a:p>
          <a:p>
            <a:pPr marL="0" indent="0" algn="just">
              <a:spcBef>
                <a:spcPts val="0"/>
              </a:spcBef>
              <a:buNone/>
            </a:pPr>
            <a:r>
              <a:rPr lang="en-US" altLang="ms-MY" sz="2000" dirty="0">
                <a:solidFill>
                  <a:srgbClr val="FF0000"/>
                </a:solidFill>
                <a:latin typeface="Calibri"/>
                <a:cs typeface="Calibri"/>
              </a:rPr>
              <a:t>A:</a:t>
            </a:r>
            <a:r>
              <a:rPr lang="en-US" altLang="ms-MY" sz="2000" dirty="0">
                <a:solidFill>
                  <a:schemeClr val="tx1"/>
                </a:solidFill>
                <a:latin typeface="Calibri"/>
                <a:cs typeface="Calibri"/>
              </a:rPr>
              <a:t> No.</a:t>
            </a:r>
          </a:p>
          <a:p>
            <a:pPr marL="0" indent="0">
              <a:spcBef>
                <a:spcPts val="0"/>
              </a:spcBef>
              <a:buNone/>
            </a:pPr>
            <a:endParaRPr lang="en-US" altLang="ms-MY" sz="2000" dirty="0">
              <a:solidFill>
                <a:schemeClr val="tx1"/>
              </a:solidFill>
            </a:endParaRPr>
          </a:p>
        </p:txBody>
      </p:sp>
    </p:spTree>
    <p:extLst>
      <p:ext uri="{BB962C8B-B14F-4D97-AF65-F5344CB8AC3E}">
        <p14:creationId xmlns:p14="http://schemas.microsoft.com/office/powerpoint/2010/main" val="16310834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FAQ (2)</a:t>
            </a:r>
          </a:p>
        </p:txBody>
      </p:sp>
      <p:sp>
        <p:nvSpPr>
          <p:cNvPr id="6" name="Content Placeholder 2"/>
          <p:cNvSpPr txBox="1">
            <a:spLocks/>
          </p:cNvSpPr>
          <p:nvPr/>
        </p:nvSpPr>
        <p:spPr>
          <a:xfrm>
            <a:off x="3684896" y="681228"/>
            <a:ext cx="7765576" cy="5486400"/>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3200" kern="1200">
                <a:solidFill>
                  <a:schemeClr val="tx1">
                    <a:lumMod val="65000"/>
                    <a:lumOff val="35000"/>
                  </a:schemeClr>
                </a:solidFill>
                <a:latin typeface="Calibri" panose="020F0502020204030204" pitchFamily="34" charset="0"/>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800" kern="1200">
                <a:solidFill>
                  <a:schemeClr val="tx1">
                    <a:lumMod val="65000"/>
                    <a:lumOff val="35000"/>
                  </a:schemeClr>
                </a:solidFill>
                <a:latin typeface="Calibri" panose="020F0502020204030204" pitchFamily="34" charset="0"/>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spcBef>
                <a:spcPts val="0"/>
              </a:spcBef>
              <a:buNone/>
            </a:pPr>
            <a:r>
              <a:rPr lang="en-US" altLang="ms-MY" sz="2000">
                <a:solidFill>
                  <a:srgbClr val="FF0000"/>
                </a:solidFill>
              </a:rPr>
              <a:t>Q:</a:t>
            </a:r>
            <a:r>
              <a:rPr lang="en-US" altLang="ms-MY" sz="2000">
                <a:solidFill>
                  <a:schemeClr val="tx1"/>
                </a:solidFill>
              </a:rPr>
              <a:t> </a:t>
            </a:r>
            <a:r>
              <a:rPr lang="en-US" altLang="ms-MY" sz="2000">
                <a:solidFill>
                  <a:schemeClr val="accent1">
                    <a:lumMod val="50000"/>
                  </a:schemeClr>
                </a:solidFill>
              </a:rPr>
              <a:t>May I have internship in a computer shop? </a:t>
            </a:r>
          </a:p>
          <a:p>
            <a:pPr marL="0" indent="0" algn="just">
              <a:spcBef>
                <a:spcPts val="0"/>
              </a:spcBef>
              <a:buNone/>
            </a:pPr>
            <a:r>
              <a:rPr lang="en-US" altLang="ms-MY" sz="2000">
                <a:solidFill>
                  <a:srgbClr val="FF0000"/>
                </a:solidFill>
                <a:latin typeface="Calibri"/>
                <a:cs typeface="Calibri"/>
              </a:rPr>
              <a:t>A:</a:t>
            </a:r>
            <a:r>
              <a:rPr lang="en-US" altLang="ms-MY" sz="2000">
                <a:solidFill>
                  <a:schemeClr val="tx1"/>
                </a:solidFill>
                <a:latin typeface="Calibri"/>
                <a:cs typeface="Calibri"/>
              </a:rPr>
              <a:t> Yes, as long as you work for </a:t>
            </a:r>
            <a:r>
              <a:rPr lang="en-US" altLang="ms-MY" sz="2000" u="sng">
                <a:solidFill>
                  <a:schemeClr val="tx1"/>
                </a:solidFill>
                <a:latin typeface="Calibri"/>
                <a:cs typeface="Calibri"/>
              </a:rPr>
              <a:t>IT-related tasks</a:t>
            </a:r>
            <a:r>
              <a:rPr lang="en-US" altLang="ms-MY" sz="2000">
                <a:solidFill>
                  <a:schemeClr val="tx1"/>
                </a:solidFill>
                <a:latin typeface="Calibri"/>
                <a:cs typeface="Calibri"/>
              </a:rPr>
              <a:t> (refer job scope) which are suitable for degree students.</a:t>
            </a:r>
          </a:p>
          <a:p>
            <a:pPr marL="0" indent="0">
              <a:spcBef>
                <a:spcPts val="0"/>
              </a:spcBef>
              <a:buNone/>
            </a:pPr>
            <a:endParaRPr lang="en-US" altLang="ms-MY" sz="2000">
              <a:solidFill>
                <a:srgbClr val="FF0000"/>
              </a:solidFill>
              <a:latin typeface="Calibri"/>
              <a:cs typeface="Calibri"/>
            </a:endParaRPr>
          </a:p>
          <a:p>
            <a:pPr marL="0" indent="0">
              <a:spcBef>
                <a:spcPts val="0"/>
              </a:spcBef>
              <a:buNone/>
            </a:pPr>
            <a:r>
              <a:rPr lang="en-US" altLang="ms-MY" sz="2000">
                <a:solidFill>
                  <a:srgbClr val="FF0000"/>
                </a:solidFill>
                <a:latin typeface="Calibri"/>
                <a:cs typeface="Calibri"/>
              </a:rPr>
              <a:t>Q:</a:t>
            </a:r>
            <a:r>
              <a:rPr lang="en-US" altLang="ms-MY" sz="2000">
                <a:solidFill>
                  <a:schemeClr val="tx1"/>
                </a:solidFill>
                <a:latin typeface="Calibri"/>
                <a:cs typeface="Calibri"/>
              </a:rPr>
              <a:t> </a:t>
            </a:r>
            <a:r>
              <a:rPr lang="en-US" altLang="ms-MY" sz="2000">
                <a:solidFill>
                  <a:schemeClr val="accent1">
                    <a:lumMod val="50000"/>
                  </a:schemeClr>
                </a:solidFill>
                <a:latin typeface="Calibri"/>
                <a:cs typeface="Calibri"/>
              </a:rPr>
              <a:t>I have applied to many companies but still don’t get any internship placement offer (two weeks before LI).</a:t>
            </a:r>
          </a:p>
          <a:p>
            <a:pPr marL="0" indent="0">
              <a:spcBef>
                <a:spcPts val="0"/>
              </a:spcBef>
              <a:buNone/>
            </a:pPr>
            <a:r>
              <a:rPr lang="en-US" altLang="ms-MY" sz="2000">
                <a:solidFill>
                  <a:srgbClr val="FF0000"/>
                </a:solidFill>
                <a:latin typeface="Calibri"/>
                <a:cs typeface="Calibri"/>
              </a:rPr>
              <a:t>A:</a:t>
            </a:r>
            <a:r>
              <a:rPr lang="en-US" altLang="ms-MY" sz="2000">
                <a:solidFill>
                  <a:schemeClr val="tx1"/>
                </a:solidFill>
                <a:latin typeface="Calibri"/>
                <a:cs typeface="Calibri"/>
              </a:rPr>
              <a:t> </a:t>
            </a:r>
            <a:r>
              <a:rPr lang="en-US" altLang="ms-MY" sz="2000" u="sng">
                <a:solidFill>
                  <a:schemeClr val="tx1"/>
                </a:solidFill>
                <a:latin typeface="Calibri"/>
                <a:cs typeface="Calibri"/>
              </a:rPr>
              <a:t>Contact your PIC</a:t>
            </a:r>
            <a:r>
              <a:rPr lang="en-US" altLang="ms-MY" sz="2000">
                <a:solidFill>
                  <a:schemeClr val="tx1"/>
                </a:solidFill>
                <a:latin typeface="Calibri"/>
                <a:cs typeface="Calibri"/>
              </a:rPr>
              <a:t> as soon as possible.</a:t>
            </a:r>
            <a:endParaRPr lang="en-US" altLang="ms-MY" sz="2000">
              <a:solidFill>
                <a:schemeClr val="tx1"/>
              </a:solidFill>
              <a:cs typeface="Calibri"/>
            </a:endParaRPr>
          </a:p>
          <a:p>
            <a:pPr marL="0" indent="0">
              <a:spcBef>
                <a:spcPts val="0"/>
              </a:spcBef>
              <a:buNone/>
            </a:pPr>
            <a:endParaRPr lang="en-US" altLang="ms-MY" sz="2000">
              <a:solidFill>
                <a:schemeClr val="tx1"/>
              </a:solidFill>
            </a:endParaRPr>
          </a:p>
          <a:p>
            <a:pPr marL="0" indent="0">
              <a:spcBef>
                <a:spcPts val="0"/>
              </a:spcBef>
              <a:buNone/>
            </a:pPr>
            <a:r>
              <a:rPr lang="en-US" altLang="ms-MY" sz="2000">
                <a:solidFill>
                  <a:srgbClr val="FF0000"/>
                </a:solidFill>
              </a:rPr>
              <a:t>Q:</a:t>
            </a:r>
            <a:r>
              <a:rPr lang="en-US" altLang="ms-MY" sz="2000">
                <a:solidFill>
                  <a:schemeClr val="tx1"/>
                </a:solidFill>
              </a:rPr>
              <a:t> </a:t>
            </a:r>
            <a:r>
              <a:rPr lang="en-US" altLang="ms-MY" sz="2000">
                <a:solidFill>
                  <a:schemeClr val="accent1">
                    <a:lumMod val="50000"/>
                  </a:schemeClr>
                </a:solidFill>
              </a:rPr>
              <a:t>Is the reply form sent by the company or student?</a:t>
            </a:r>
          </a:p>
          <a:p>
            <a:pPr marL="0" indent="0">
              <a:spcBef>
                <a:spcPts val="0"/>
              </a:spcBef>
              <a:buNone/>
            </a:pPr>
            <a:r>
              <a:rPr lang="en-US" altLang="ms-MY" sz="2000">
                <a:solidFill>
                  <a:srgbClr val="FF0000"/>
                </a:solidFill>
                <a:latin typeface="Calibri"/>
                <a:cs typeface="Calibri"/>
              </a:rPr>
              <a:t>A:</a:t>
            </a:r>
            <a:r>
              <a:rPr lang="en-US" altLang="ms-MY" sz="2000">
                <a:solidFill>
                  <a:schemeClr val="tx1"/>
                </a:solidFill>
                <a:latin typeface="Calibri"/>
                <a:cs typeface="Calibri"/>
              </a:rPr>
              <a:t> The </a:t>
            </a:r>
            <a:r>
              <a:rPr lang="en-US" altLang="ms-MY" sz="2000" u="sng">
                <a:solidFill>
                  <a:schemeClr val="tx1"/>
                </a:solidFill>
                <a:latin typeface="Calibri"/>
                <a:cs typeface="Calibri"/>
              </a:rPr>
              <a:t>company</a:t>
            </a:r>
            <a:r>
              <a:rPr lang="en-US" altLang="ms-MY" sz="2000">
                <a:solidFill>
                  <a:schemeClr val="tx1"/>
                </a:solidFill>
                <a:latin typeface="Calibri"/>
                <a:cs typeface="Calibri"/>
              </a:rPr>
              <a:t> is the one who send the reply form to the student. Then student </a:t>
            </a:r>
            <a:r>
              <a:rPr lang="en-US" altLang="ms-MY" sz="2000" u="sng">
                <a:solidFill>
                  <a:schemeClr val="tx1"/>
                </a:solidFill>
                <a:latin typeface="Calibri"/>
                <a:cs typeface="Calibri"/>
              </a:rPr>
              <a:t>upload it into </a:t>
            </a:r>
            <a:r>
              <a:rPr lang="en-US" altLang="ms-MY" sz="2000" u="sng" err="1">
                <a:solidFill>
                  <a:schemeClr val="tx1"/>
                </a:solidFill>
                <a:latin typeface="Calibri"/>
                <a:cs typeface="Calibri"/>
              </a:rPr>
              <a:t>UTeM</a:t>
            </a:r>
            <a:r>
              <a:rPr lang="en-US" altLang="ms-MY" sz="2000" u="sng">
                <a:solidFill>
                  <a:schemeClr val="tx1"/>
                </a:solidFill>
                <a:latin typeface="Calibri"/>
                <a:cs typeface="Calibri"/>
              </a:rPr>
              <a:t> LI system (SILI)</a:t>
            </a:r>
            <a:r>
              <a:rPr lang="en-US" altLang="ms-MY" sz="2000">
                <a:solidFill>
                  <a:schemeClr val="tx1"/>
                </a:solidFill>
                <a:latin typeface="Calibri"/>
                <a:cs typeface="Calibri"/>
              </a:rPr>
              <a:t> for LI committee to check and verify the form. </a:t>
            </a:r>
            <a:endParaRPr lang="en-US" altLang="ms-MY" sz="2000">
              <a:solidFill>
                <a:schemeClr val="tx1"/>
              </a:solidFill>
              <a:cs typeface="Calibri"/>
            </a:endParaRPr>
          </a:p>
          <a:p>
            <a:pPr marL="0" indent="0">
              <a:spcBef>
                <a:spcPts val="0"/>
              </a:spcBef>
              <a:buNone/>
            </a:pPr>
            <a:endParaRPr lang="en-US" altLang="ms-MY" sz="2000">
              <a:solidFill>
                <a:schemeClr val="tx1"/>
              </a:solidFill>
            </a:endParaRPr>
          </a:p>
        </p:txBody>
      </p:sp>
    </p:spTree>
    <p:extLst>
      <p:ext uri="{BB962C8B-B14F-4D97-AF65-F5344CB8AC3E}">
        <p14:creationId xmlns:p14="http://schemas.microsoft.com/office/powerpoint/2010/main" val="24408110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MY">
                <a:latin typeface="Arial Rounded MT Bold"/>
              </a:rPr>
              <a:t>FAQ (3)</a:t>
            </a:r>
          </a:p>
        </p:txBody>
      </p:sp>
      <p:sp>
        <p:nvSpPr>
          <p:cNvPr id="6" name="Content Placeholder 2"/>
          <p:cNvSpPr txBox="1">
            <a:spLocks/>
          </p:cNvSpPr>
          <p:nvPr/>
        </p:nvSpPr>
        <p:spPr>
          <a:xfrm>
            <a:off x="3684896" y="681228"/>
            <a:ext cx="7765576" cy="5486400"/>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3200" kern="1200">
                <a:solidFill>
                  <a:schemeClr val="tx1">
                    <a:lumMod val="65000"/>
                    <a:lumOff val="35000"/>
                  </a:schemeClr>
                </a:solidFill>
                <a:latin typeface="Calibri" panose="020F0502020204030204" pitchFamily="34" charset="0"/>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800" kern="1200">
                <a:solidFill>
                  <a:schemeClr val="tx1">
                    <a:lumMod val="65000"/>
                    <a:lumOff val="35000"/>
                  </a:schemeClr>
                </a:solidFill>
                <a:latin typeface="Calibri" panose="020F0502020204030204" pitchFamily="34" charset="0"/>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Calibri" panose="020F0502020204030204" pitchFamily="34" charset="0"/>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000" kern="1200">
                <a:solidFill>
                  <a:schemeClr val="tx1">
                    <a:lumMod val="65000"/>
                    <a:lumOff val="35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spcBef>
                <a:spcPts val="0"/>
              </a:spcBef>
              <a:buNone/>
            </a:pPr>
            <a:r>
              <a:rPr lang="en-US" altLang="ms-MY" sz="2000">
                <a:solidFill>
                  <a:srgbClr val="FF0000"/>
                </a:solidFill>
                <a:latin typeface="Calibri"/>
                <a:cs typeface="Calibri"/>
              </a:rPr>
              <a:t>Q:</a:t>
            </a:r>
            <a:r>
              <a:rPr lang="en-US" altLang="ms-MY" sz="2000">
                <a:solidFill>
                  <a:schemeClr val="tx1"/>
                </a:solidFill>
                <a:latin typeface="Calibri"/>
                <a:cs typeface="Calibri"/>
              </a:rPr>
              <a:t> </a:t>
            </a:r>
            <a:r>
              <a:rPr lang="en-US" altLang="ms-MY" sz="2000">
                <a:solidFill>
                  <a:schemeClr val="accent1">
                    <a:lumMod val="50000"/>
                  </a:schemeClr>
                </a:solidFill>
                <a:latin typeface="Calibri"/>
                <a:cs typeface="Calibri"/>
              </a:rPr>
              <a:t>May I start internship earlier than the official LI date stated by </a:t>
            </a:r>
            <a:r>
              <a:rPr lang="en-US" altLang="ms-MY" sz="2000" err="1">
                <a:solidFill>
                  <a:schemeClr val="accent1">
                    <a:lumMod val="50000"/>
                  </a:schemeClr>
                </a:solidFill>
                <a:latin typeface="Calibri"/>
                <a:cs typeface="Calibri"/>
              </a:rPr>
              <a:t>UTeM</a:t>
            </a:r>
            <a:r>
              <a:rPr lang="en-US" altLang="ms-MY" sz="2000">
                <a:solidFill>
                  <a:schemeClr val="accent1">
                    <a:lumMod val="50000"/>
                  </a:schemeClr>
                </a:solidFill>
                <a:latin typeface="Calibri"/>
                <a:cs typeface="Calibri"/>
              </a:rPr>
              <a:t>, since the company asks me to do so?</a:t>
            </a:r>
          </a:p>
          <a:p>
            <a:pPr marL="0" indent="0" algn="just">
              <a:spcBef>
                <a:spcPts val="0"/>
              </a:spcBef>
              <a:buNone/>
            </a:pPr>
            <a:r>
              <a:rPr lang="en-US" altLang="ms-MY" sz="2000">
                <a:solidFill>
                  <a:srgbClr val="FF0000"/>
                </a:solidFill>
                <a:latin typeface="Calibri"/>
                <a:cs typeface="Calibri"/>
              </a:rPr>
              <a:t>A: </a:t>
            </a:r>
            <a:r>
              <a:rPr lang="en-US" sz="2000">
                <a:solidFill>
                  <a:schemeClr val="tx1"/>
                </a:solidFill>
                <a:latin typeface="Calibri"/>
                <a:cs typeface="Calibri"/>
              </a:rPr>
              <a:t>You are advised to </a:t>
            </a:r>
            <a:r>
              <a:rPr lang="en-US" sz="2000" u="sng">
                <a:solidFill>
                  <a:schemeClr val="tx1"/>
                </a:solidFill>
                <a:latin typeface="Calibri"/>
                <a:cs typeface="Calibri"/>
              </a:rPr>
              <a:t>follow the official LI date as stated by </a:t>
            </a:r>
            <a:r>
              <a:rPr lang="en-US" sz="2000" u="sng" err="1">
                <a:solidFill>
                  <a:schemeClr val="tx1"/>
                </a:solidFill>
                <a:latin typeface="Calibri"/>
                <a:cs typeface="Calibri"/>
              </a:rPr>
              <a:t>UTeM</a:t>
            </a:r>
            <a:r>
              <a:rPr lang="en-US" sz="2000">
                <a:solidFill>
                  <a:schemeClr val="tx1"/>
                </a:solidFill>
                <a:latin typeface="Calibri"/>
                <a:cs typeface="Calibri"/>
              </a:rPr>
              <a:t>. But yes, it is possible to start LI early provided an </a:t>
            </a:r>
            <a:r>
              <a:rPr lang="en-US" sz="2000" u="sng">
                <a:solidFill>
                  <a:schemeClr val="tx1"/>
                </a:solidFill>
                <a:latin typeface="Calibri"/>
                <a:cs typeface="Calibri"/>
              </a:rPr>
              <a:t>offer letter</a:t>
            </a:r>
            <a:r>
              <a:rPr lang="en-US" sz="2000">
                <a:solidFill>
                  <a:schemeClr val="tx1"/>
                </a:solidFill>
                <a:latin typeface="Calibri"/>
                <a:cs typeface="Calibri"/>
              </a:rPr>
              <a:t> from the company stated the </a:t>
            </a:r>
            <a:r>
              <a:rPr lang="en-US" sz="2000" u="sng">
                <a:solidFill>
                  <a:schemeClr val="tx1"/>
                </a:solidFill>
                <a:latin typeface="Calibri"/>
                <a:cs typeface="Calibri"/>
              </a:rPr>
              <a:t>reason</a:t>
            </a:r>
            <a:r>
              <a:rPr lang="en-US" sz="2000">
                <a:solidFill>
                  <a:schemeClr val="tx1"/>
                </a:solidFill>
                <a:latin typeface="Calibri"/>
                <a:cs typeface="Calibri"/>
              </a:rPr>
              <a:t> why the student is requested to start early. However, please do take note that </a:t>
            </a:r>
            <a:r>
              <a:rPr lang="en-US" sz="2000" b="1">
                <a:solidFill>
                  <a:schemeClr val="tx1"/>
                </a:solidFill>
                <a:latin typeface="Calibri"/>
                <a:cs typeface="Calibri"/>
              </a:rPr>
              <a:t>the insurance coverage for that duration is not applicable, thus anything happens,</a:t>
            </a:r>
            <a:r>
              <a:rPr lang="en-US" sz="2000">
                <a:solidFill>
                  <a:schemeClr val="tx1"/>
                </a:solidFill>
                <a:latin typeface="Calibri"/>
                <a:cs typeface="Calibri"/>
              </a:rPr>
              <a:t> </a:t>
            </a:r>
            <a:r>
              <a:rPr lang="en-US" sz="2000" b="1">
                <a:solidFill>
                  <a:schemeClr val="tx1"/>
                </a:solidFill>
                <a:latin typeface="Calibri"/>
                <a:cs typeface="Calibri"/>
              </a:rPr>
              <a:t>it is your own responsibility</a:t>
            </a:r>
            <a:r>
              <a:rPr lang="en-US" sz="2000">
                <a:solidFill>
                  <a:schemeClr val="tx1"/>
                </a:solidFill>
                <a:latin typeface="Calibri"/>
                <a:cs typeface="Calibri"/>
              </a:rPr>
              <a:t>. If you still want to proceed, please do contact PIC for more details.</a:t>
            </a:r>
            <a:endParaRPr lang="ms-MY" sz="2000">
              <a:solidFill>
                <a:schemeClr val="tx1"/>
              </a:solidFill>
              <a:latin typeface="Calibri"/>
              <a:cs typeface="Calibri"/>
            </a:endParaRPr>
          </a:p>
          <a:p>
            <a:pPr marL="0" indent="0">
              <a:spcBef>
                <a:spcPts val="0"/>
              </a:spcBef>
              <a:buNone/>
            </a:pPr>
            <a:endParaRPr lang="en-US" altLang="ms-MY" sz="2000">
              <a:solidFill>
                <a:srgbClr val="FF0000"/>
              </a:solidFill>
            </a:endParaRPr>
          </a:p>
          <a:p>
            <a:pPr marL="0" indent="0">
              <a:spcBef>
                <a:spcPts val="0"/>
              </a:spcBef>
              <a:buNone/>
            </a:pPr>
            <a:r>
              <a:rPr lang="en-US" altLang="ms-MY" sz="2000">
                <a:solidFill>
                  <a:srgbClr val="FF0000"/>
                </a:solidFill>
              </a:rPr>
              <a:t>Q:</a:t>
            </a:r>
            <a:r>
              <a:rPr lang="en-US" altLang="ms-MY" sz="2000">
                <a:solidFill>
                  <a:schemeClr val="tx1"/>
                </a:solidFill>
              </a:rPr>
              <a:t> </a:t>
            </a:r>
            <a:r>
              <a:rPr lang="en-US" altLang="ms-MY" sz="2000">
                <a:solidFill>
                  <a:schemeClr val="accent1">
                    <a:lumMod val="50000"/>
                  </a:schemeClr>
                </a:solidFill>
              </a:rPr>
              <a:t>During my internship, I am given more non-related IT tasks than IT tasks. What should I do? </a:t>
            </a:r>
          </a:p>
          <a:p>
            <a:pPr marL="0" indent="0">
              <a:spcBef>
                <a:spcPts val="0"/>
              </a:spcBef>
              <a:buNone/>
            </a:pPr>
            <a:r>
              <a:rPr lang="en-US" altLang="ms-MY" sz="2000">
                <a:solidFill>
                  <a:srgbClr val="FF0000"/>
                </a:solidFill>
                <a:latin typeface="Calibri"/>
                <a:cs typeface="Calibri"/>
              </a:rPr>
              <a:t>A:</a:t>
            </a:r>
            <a:r>
              <a:rPr lang="en-US" altLang="ms-MY" sz="2000">
                <a:solidFill>
                  <a:schemeClr val="tx1"/>
                </a:solidFill>
                <a:latin typeface="Calibri"/>
                <a:cs typeface="Calibri"/>
              </a:rPr>
              <a:t> Refer to the </a:t>
            </a:r>
            <a:r>
              <a:rPr lang="en-US" altLang="ms-MY" sz="2000" u="sng">
                <a:solidFill>
                  <a:schemeClr val="tx1"/>
                </a:solidFill>
                <a:latin typeface="Calibri"/>
                <a:cs typeface="Calibri"/>
              </a:rPr>
              <a:t>offer letter</a:t>
            </a:r>
            <a:r>
              <a:rPr lang="en-US" altLang="ms-MY" sz="2000">
                <a:solidFill>
                  <a:schemeClr val="tx1"/>
                </a:solidFill>
                <a:latin typeface="Calibri"/>
                <a:cs typeface="Calibri"/>
              </a:rPr>
              <a:t> provided by the company. Inform your Industry SV about the job scope stated by the company in the offer letter. </a:t>
            </a:r>
            <a:r>
              <a:rPr lang="en-US" altLang="ms-MY" sz="2000" u="sng">
                <a:solidFill>
                  <a:schemeClr val="tx1"/>
                </a:solidFill>
                <a:latin typeface="Calibri"/>
                <a:cs typeface="Calibri"/>
              </a:rPr>
              <a:t>Contact your Faculty SV or PIC</a:t>
            </a:r>
            <a:r>
              <a:rPr lang="en-US" altLang="ms-MY" sz="2000">
                <a:solidFill>
                  <a:schemeClr val="tx1"/>
                </a:solidFill>
                <a:latin typeface="Calibri"/>
                <a:cs typeface="Calibri"/>
              </a:rPr>
              <a:t> as soon as possible. </a:t>
            </a:r>
            <a:endParaRPr lang="en-US" altLang="ms-MY" sz="2000">
              <a:solidFill>
                <a:schemeClr val="tx1"/>
              </a:solidFill>
              <a:cs typeface="Calibri"/>
            </a:endParaRPr>
          </a:p>
          <a:p>
            <a:pPr marL="0" indent="0">
              <a:spcBef>
                <a:spcPts val="0"/>
              </a:spcBef>
              <a:buNone/>
            </a:pPr>
            <a:endParaRPr lang="en-US" altLang="ms-MY" sz="2000">
              <a:solidFill>
                <a:schemeClr val="tx1"/>
              </a:solidFill>
            </a:endParaRPr>
          </a:p>
          <a:p>
            <a:pPr marL="0" indent="0">
              <a:spcBef>
                <a:spcPts val="0"/>
              </a:spcBef>
              <a:buNone/>
            </a:pPr>
            <a:endParaRPr lang="ms-MY" altLang="ms-MY" sz="2000">
              <a:solidFill>
                <a:schemeClr val="tx1"/>
              </a:solidFill>
            </a:endParaRPr>
          </a:p>
        </p:txBody>
      </p:sp>
    </p:spTree>
    <p:extLst>
      <p:ext uri="{BB962C8B-B14F-4D97-AF65-F5344CB8AC3E}">
        <p14:creationId xmlns:p14="http://schemas.microsoft.com/office/powerpoint/2010/main" val="20492762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876665" y="1349964"/>
            <a:ext cx="7315200" cy="3255264"/>
          </a:xfrm>
        </p:spPr>
        <p:txBody>
          <a:bodyPr>
            <a:normAutofit/>
          </a:bodyPr>
          <a:lstStyle/>
          <a:p>
            <a:pPr algn="ctr"/>
            <a:r>
              <a:rPr lang="en-MY" sz="3600">
                <a:latin typeface="Arial Rounded MT Bold"/>
              </a:rPr>
              <a:t>ANY QUESTIONS ? </a:t>
            </a:r>
            <a:br>
              <a:rPr lang="en-MY" sz="3600">
                <a:latin typeface="Arial Rounded MT Bold"/>
              </a:rPr>
            </a:br>
            <a:br>
              <a:rPr lang="en-MY" sz="3600">
                <a:latin typeface="Arial Rounded MT Bold"/>
              </a:rPr>
            </a:br>
            <a:r>
              <a:rPr lang="en-MY" sz="3600">
                <a:latin typeface="Arial Rounded MT Bold"/>
              </a:rPr>
              <a:t>THANK YOU &amp; ALL THE BEST!</a:t>
            </a:r>
          </a:p>
        </p:txBody>
      </p:sp>
    </p:spTree>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416c4a9-e141-457a-bc8b-ab59f0a610ec">
      <Terms xmlns="http://schemas.microsoft.com/office/infopath/2007/PartnerControls"/>
    </lcf76f155ced4ddcb4097134ff3c332f>
    <TaxCatchAll xmlns="ed475806-9a77-47fb-8a34-5ec64c1f173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9615C4270C9C1488163A04F71F6FCB5" ma:contentTypeVersion="14" ma:contentTypeDescription="Create a new document." ma:contentTypeScope="" ma:versionID="a2fa906c67114e84bb244a6f098eec8a">
  <xsd:schema xmlns:xsd="http://www.w3.org/2001/XMLSchema" xmlns:xs="http://www.w3.org/2001/XMLSchema" xmlns:p="http://schemas.microsoft.com/office/2006/metadata/properties" xmlns:ns2="c416c4a9-e141-457a-bc8b-ab59f0a610ec" xmlns:ns3="ed475806-9a77-47fb-8a34-5ec64c1f1735" targetNamespace="http://schemas.microsoft.com/office/2006/metadata/properties" ma:root="true" ma:fieldsID="ab6b37097668be9ae58bf6120ddc5745" ns2:_="" ns3:_="">
    <xsd:import namespace="c416c4a9-e141-457a-bc8b-ab59f0a610ec"/>
    <xsd:import namespace="ed475806-9a77-47fb-8a34-5ec64c1f173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Location"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16c4a9-e141-457a-bc8b-ab59f0a610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MediaServiceLocation" ma:index="16"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30e1e09f-dfce-4b05-8c90-8a983129ef44"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d475806-9a77-47fb-8a34-5ec64c1f1735"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29ec52ed-3e40-4e4a-920e-298e4f153d6f}" ma:internalName="TaxCatchAll" ma:showField="CatchAllData" ma:web="ed475806-9a77-47fb-8a34-5ec64c1f173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BFD7F29-70AE-41A8-BC0C-A2A32495F4AB}">
  <ds:schemaRefs>
    <ds:schemaRef ds:uri="http://www.w3.org/XML/1998/namespace"/>
    <ds:schemaRef ds:uri="http://purl.org/dc/dcmitype/"/>
    <ds:schemaRef ds:uri="http://schemas.microsoft.com/office/infopath/2007/PartnerControls"/>
    <ds:schemaRef ds:uri="http://schemas.openxmlformats.org/package/2006/metadata/core-properties"/>
    <ds:schemaRef ds:uri="http://purl.org/dc/terms/"/>
    <ds:schemaRef ds:uri="c416c4a9-e141-457a-bc8b-ab59f0a610ec"/>
    <ds:schemaRef ds:uri="http://schemas.microsoft.com/office/2006/metadata/properties"/>
    <ds:schemaRef ds:uri="http://schemas.microsoft.com/office/2006/documentManagement/types"/>
    <ds:schemaRef ds:uri="http://purl.org/dc/elements/1.1/"/>
    <ds:schemaRef ds:uri="ed475806-9a77-47fb-8a34-5ec64c1f1735"/>
  </ds:schemaRefs>
</ds:datastoreItem>
</file>

<file path=customXml/itemProps2.xml><?xml version="1.0" encoding="utf-8"?>
<ds:datastoreItem xmlns:ds="http://schemas.openxmlformats.org/officeDocument/2006/customXml" ds:itemID="{579B6877-A9E4-47B5-B8A0-C02DF5498A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16c4a9-e141-457a-bc8b-ab59f0a610ec"/>
    <ds:schemaRef ds:uri="ed475806-9a77-47fb-8a34-5ec64c1f17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C8C52AF-2668-44D3-8056-30FA168F550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88</TotalTime>
  <Words>3131</Words>
  <Application>Microsoft Office PowerPoint</Application>
  <PresentationFormat>Widescreen</PresentationFormat>
  <Paragraphs>436</Paragraphs>
  <Slides>57</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Arial</vt:lpstr>
      <vt:lpstr>Arial Rounded MT Bold</vt:lpstr>
      <vt:lpstr>Calibri</vt:lpstr>
      <vt:lpstr>Corbel</vt:lpstr>
      <vt:lpstr>Trebuchet MS</vt:lpstr>
      <vt:lpstr>Wingdings</vt:lpstr>
      <vt:lpstr>Wingdings 2</vt:lpstr>
      <vt:lpstr>Frame</vt:lpstr>
      <vt:lpstr>LI SEM 1 2022/2023: 2nd Industrial Training Briefing (Supervision)</vt:lpstr>
      <vt:lpstr>Content</vt:lpstr>
      <vt:lpstr>FTMK Industrial Training Committee  &amp;  Person-in-Charge (PIC)</vt:lpstr>
      <vt:lpstr>What is Industrial Training (LI)?</vt:lpstr>
      <vt:lpstr>Current Scenario</vt:lpstr>
      <vt:lpstr>PowerPoint Presentation</vt:lpstr>
      <vt:lpstr>Timeline</vt:lpstr>
      <vt:lpstr> Scope of LI</vt:lpstr>
      <vt:lpstr>PowerPoint Presentation</vt:lpstr>
      <vt:lpstr>Resources  [1]:   Telegram “FTMK’s Intern Sem 1 2022/23”</vt:lpstr>
      <vt:lpstr>Resources  [2]:   Ulearn available later in Sem 1 2022/23</vt:lpstr>
      <vt:lpstr>PowerPoint Presentation</vt:lpstr>
      <vt:lpstr>PowerPoint Presentation</vt:lpstr>
      <vt:lpstr>Before LI starts, ensure</vt:lpstr>
      <vt:lpstr>Action to be taken   First day of LI</vt:lpstr>
      <vt:lpstr>Action to be taken  Report Duty</vt:lpstr>
      <vt:lpstr>a.  Admission Letter (download from SILI)</vt:lpstr>
      <vt:lpstr>b. Registration Confirmation (Form A) (download from ULearn) </vt:lpstr>
      <vt:lpstr>c.  Change of Industrial Training Company Address (Form B) (download from ULearn)</vt:lpstr>
      <vt:lpstr>d.  Student Group Insurance Cover Letter (download from SILI)</vt:lpstr>
      <vt:lpstr>Insurance Coverage (download from SILI)</vt:lpstr>
      <vt:lpstr>PowerPoint Presentation</vt:lpstr>
      <vt:lpstr>One week after LI starts</vt:lpstr>
      <vt:lpstr>Important !!!  Job Scope</vt:lpstr>
      <vt:lpstr>Weekly Task:  Report daily activities in e-Logbook and upload in SILI </vt:lpstr>
      <vt:lpstr>Daily  e-Logbook Example </vt:lpstr>
      <vt:lpstr>What to write:  e-Logbook </vt:lpstr>
      <vt:lpstr>What to write:  e-Logbook </vt:lpstr>
      <vt:lpstr>During LI</vt:lpstr>
      <vt:lpstr>During LI : Attendance Record &amp; Leave</vt:lpstr>
      <vt:lpstr>Record of Leave  (only for important event)</vt:lpstr>
      <vt:lpstr>Record of Medical Leave</vt:lpstr>
      <vt:lpstr>  What should I do if ….?  Accidents</vt:lpstr>
      <vt:lpstr>What should I do if ….?  Police case – theft, fraud, harassment &amp; etc.</vt:lpstr>
      <vt:lpstr>Important note</vt:lpstr>
      <vt:lpstr>PowerPoint Presentation</vt:lpstr>
      <vt:lpstr>Supervision &amp; LI Visits </vt:lpstr>
      <vt:lpstr>Supervision &amp; LI Visits  (cont ..)</vt:lpstr>
      <vt:lpstr>Evaluation items </vt:lpstr>
      <vt:lpstr>Industrial Training Report</vt:lpstr>
      <vt:lpstr>Report Format</vt:lpstr>
      <vt:lpstr>After LI ends  (SILI) </vt:lpstr>
      <vt:lpstr>b.   Logbook Industrial Attachment Approval</vt:lpstr>
      <vt:lpstr>c.   Attendance Record</vt:lpstr>
      <vt:lpstr>Upload Supervisors Verification from the company and Attendance Record</vt:lpstr>
      <vt:lpstr>What do you get from ULearn?   </vt:lpstr>
      <vt:lpstr>After LI ends   ULearn </vt:lpstr>
      <vt:lpstr>a. Industrial Training Declaration form</vt:lpstr>
      <vt:lpstr>b. Item Checklist Verification</vt:lpstr>
      <vt:lpstr>c. Complete Surveys</vt:lpstr>
      <vt:lpstr>Example Free PDF Software</vt:lpstr>
      <vt:lpstr>Industry Feedback</vt:lpstr>
      <vt:lpstr>Avoid</vt:lpstr>
      <vt:lpstr>FAQ (1)</vt:lpstr>
      <vt:lpstr>FAQ (2)</vt:lpstr>
      <vt:lpstr>FAQ (3)</vt:lpstr>
      <vt:lpstr>ANY QUESTIONS ?   THANK YOU &amp; ALL THE BEST!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 SEM 1 18/19: PLACEMENT BRIEFING</dc:title>
  <dc:creator>DR. ZAHRIAH BINTI SAHRI</dc:creator>
  <cp:lastModifiedBy>TS. DR. WAHIDAH BINTI MD SHAH</cp:lastModifiedBy>
  <cp:revision>45</cp:revision>
  <cp:lastPrinted>2019-06-17T09:17:05Z</cp:lastPrinted>
  <dcterms:created xsi:type="dcterms:W3CDTF">2018-04-18T16:55:00Z</dcterms:created>
  <dcterms:modified xsi:type="dcterms:W3CDTF">2022-09-14T00:33:29Z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1033-10.2.0.7516</vt:lpwstr>
  </property>
  <property fmtid="{D5CDD505-2E9C-101B-9397-08002B2CF9AE}" pid="3" name="ContentTypeId">
    <vt:lpwstr>0x010100D9615C4270C9C1488163A04F71F6FCB5</vt:lpwstr>
  </property>
</Properties>
</file>